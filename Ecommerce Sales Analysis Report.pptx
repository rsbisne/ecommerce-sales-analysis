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Afacad Flux" panose="020B0604020202020204" charset="0"/>
      <p:regular r:id="rId13"/>
      <p:bold r:id="rId14"/>
    </p:embeddedFont>
    <p:embeddedFont>
      <p:font typeface="Afacad Flux SemiBold" panose="020B0604020202020204" charset="0"/>
      <p:regular r:id="rId15"/>
      <p:bold r:id="rId16"/>
    </p:embeddedFont>
    <p:embeddedFont>
      <p:font typeface="Archivo" panose="020B0604020202020204" charset="0"/>
      <p:regular r:id="rId17"/>
      <p:bold r:id="rId18"/>
      <p:italic r:id="rId19"/>
      <p:boldItalic r:id="rId20"/>
    </p:embeddedFont>
    <p:embeddedFont>
      <p:font typeface="Archivo Medium" panose="020B0604020202020204" charset="0"/>
      <p:regular r:id="rId21"/>
      <p:bold r:id="rId22"/>
      <p:italic r:id="rId23"/>
      <p:boldItalic r:id="rId24"/>
    </p:embeddedFont>
    <p:embeddedFont>
      <p:font typeface="Archivo SemiBold" panose="020B0604020202020204" charset="0"/>
      <p:regular r:id="rId25"/>
      <p:bold r:id="rId26"/>
      <p:italic r:id="rId27"/>
      <p:boldItalic r:id="rId28"/>
    </p:embeddedFont>
    <p:embeddedFont>
      <p:font typeface="Arsenal" panose="020B0604020202020204" charset="0"/>
      <p:regular r:id="rId29"/>
      <p:bold r:id="rId30"/>
      <p:italic r:id="rId31"/>
      <p:boldItalic r:id="rId32"/>
    </p:embeddedFont>
    <p:embeddedFont>
      <p:font typeface="Bricolage Grotesque" panose="020B0604020202020204" charset="0"/>
      <p:regular r:id="rId33"/>
      <p:bold r:id="rId34"/>
    </p:embeddedFont>
    <p:embeddedFont>
      <p:font typeface="IBM Plex Serif" panose="02060503050406000203" pitchFamily="18" charset="0"/>
      <p:regular r:id="rId35"/>
      <p:bold r:id="rId36"/>
      <p:italic r:id="rId37"/>
      <p:boldItalic r:id="rId38"/>
    </p:embeddedFont>
    <p:embeddedFont>
      <p:font typeface="IBM Plex Serif Medium" panose="020F0502020204030204" pitchFamily="18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5AFF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9" Type="http://schemas.openxmlformats.org/officeDocument/2006/relationships/font" Target="fonts/font27.fntdata"/><Relationship Id="rId21" Type="http://schemas.openxmlformats.org/officeDocument/2006/relationships/font" Target="fonts/font9.fntdata"/><Relationship Id="rId34" Type="http://schemas.openxmlformats.org/officeDocument/2006/relationships/font" Target="fonts/font22.fntdata"/><Relationship Id="rId42" Type="http://schemas.openxmlformats.org/officeDocument/2006/relationships/font" Target="fonts/font3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openxmlformats.org/officeDocument/2006/relationships/font" Target="fonts/font25.fntdata"/><Relationship Id="rId40" Type="http://schemas.openxmlformats.org/officeDocument/2006/relationships/font" Target="fonts/font28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font" Target="fonts/font24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font" Target="fonts/font23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font" Target="fonts/font21.fntdata"/><Relationship Id="rId38" Type="http://schemas.openxmlformats.org/officeDocument/2006/relationships/font" Target="fonts/font26.fntdata"/><Relationship Id="rId46" Type="http://schemas.openxmlformats.org/officeDocument/2006/relationships/tableStyles" Target="tableStyles.xml"/><Relationship Id="rId20" Type="http://schemas.openxmlformats.org/officeDocument/2006/relationships/font" Target="fonts/font8.fntdata"/><Relationship Id="rId41" Type="http://schemas.openxmlformats.org/officeDocument/2006/relationships/font" Target="fonts/font2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b921ba562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b921ba562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b921ba562b_0_5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b921ba562b_0_5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b921ba562b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b921ba562b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b921ba562b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b921ba562b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b921ba562b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b921ba562b_0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b921ba562b_0_5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b921ba562b_0_5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b921ba562b_0_6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b921ba562b_0_6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921ba562b_0_6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b921ba562b_0_6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b921ba562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b921ba562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b921ba562b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b921ba562b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 type="title">
  <p:cSld name="TITLE">
    <p:bg>
      <p:bgPr>
        <a:solidFill>
          <a:schemeClr val="l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>
            <a:spLocks noGrp="1"/>
          </p:cNvSpPr>
          <p:nvPr>
            <p:ph type="pic" idx="2"/>
          </p:nvPr>
        </p:nvSpPr>
        <p:spPr>
          <a:xfrm>
            <a:off x="236850" y="2068225"/>
            <a:ext cx="8661300" cy="2851800"/>
          </a:xfrm>
          <a:prstGeom prst="roundRect">
            <a:avLst>
              <a:gd name="adj" fmla="val 7221"/>
            </a:avLst>
          </a:prstGeom>
          <a:noFill/>
          <a:ln>
            <a:noFill/>
          </a:ln>
        </p:spPr>
      </p:sp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390550" y="513788"/>
            <a:ext cx="8372700" cy="9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90550" y="1430263"/>
            <a:ext cx="8372700" cy="5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90550" y="575525"/>
            <a:ext cx="8372700" cy="9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597000" y="1740250"/>
            <a:ext cx="1987500" cy="6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2"/>
          </p:nvPr>
        </p:nvSpPr>
        <p:spPr>
          <a:xfrm>
            <a:off x="2584500" y="1740250"/>
            <a:ext cx="1987500" cy="6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3"/>
          </p:nvPr>
        </p:nvSpPr>
        <p:spPr>
          <a:xfrm>
            <a:off x="4572000" y="1740250"/>
            <a:ext cx="1987500" cy="6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4"/>
          </p:nvPr>
        </p:nvSpPr>
        <p:spPr>
          <a:xfrm>
            <a:off x="6559500" y="1740250"/>
            <a:ext cx="1987500" cy="6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5"/>
          </p:nvPr>
        </p:nvSpPr>
        <p:spPr>
          <a:xfrm>
            <a:off x="597000" y="2357950"/>
            <a:ext cx="1987500" cy="19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6"/>
          </p:nvPr>
        </p:nvSpPr>
        <p:spPr>
          <a:xfrm>
            <a:off x="2584500" y="2357950"/>
            <a:ext cx="1987500" cy="19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7"/>
          </p:nvPr>
        </p:nvSpPr>
        <p:spPr>
          <a:xfrm>
            <a:off x="4572000" y="2357950"/>
            <a:ext cx="1987500" cy="19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8"/>
          </p:nvPr>
        </p:nvSpPr>
        <p:spPr>
          <a:xfrm>
            <a:off x="6559500" y="2357950"/>
            <a:ext cx="1987500" cy="19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>
            <a:endParaRPr/>
          </a:p>
        </p:txBody>
      </p:sp>
      <p:cxnSp>
        <p:nvCxnSpPr>
          <p:cNvPr id="25" name="Google Shape;25;p3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Google Shape;26;p3"/>
          <p:cNvSpPr txBox="1">
            <a:spLocks noGrp="1"/>
          </p:cNvSpPr>
          <p:nvPr>
            <p:ph type="sldNum" idx="9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ny Structure" type="tx">
  <p:cSld name="TITLE_AND_BODY">
    <p:bg>
      <p:bgPr>
        <a:solidFill>
          <a:schemeClr val="dk2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>
            <a:spLocks noGrp="1"/>
          </p:cNvSpPr>
          <p:nvPr>
            <p:ph type="pic" idx="2"/>
          </p:nvPr>
        </p:nvSpPr>
        <p:spPr>
          <a:xfrm>
            <a:off x="887950" y="2076850"/>
            <a:ext cx="1536600" cy="20352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29" name="Google Shape;29;p4"/>
          <p:cNvSpPr>
            <a:spLocks noGrp="1"/>
          </p:cNvSpPr>
          <p:nvPr>
            <p:ph type="pic" idx="3"/>
          </p:nvPr>
        </p:nvSpPr>
        <p:spPr>
          <a:xfrm>
            <a:off x="2831750" y="2076850"/>
            <a:ext cx="1536600" cy="20352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30" name="Google Shape;30;p4"/>
          <p:cNvSpPr>
            <a:spLocks noGrp="1"/>
          </p:cNvSpPr>
          <p:nvPr>
            <p:ph type="pic" idx="4"/>
          </p:nvPr>
        </p:nvSpPr>
        <p:spPr>
          <a:xfrm>
            <a:off x="4775713" y="2076850"/>
            <a:ext cx="1536600" cy="20352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31" name="Google Shape;31;p4"/>
          <p:cNvSpPr>
            <a:spLocks noGrp="1"/>
          </p:cNvSpPr>
          <p:nvPr>
            <p:ph type="pic" idx="5"/>
          </p:nvPr>
        </p:nvSpPr>
        <p:spPr>
          <a:xfrm>
            <a:off x="6719663" y="2076850"/>
            <a:ext cx="1536600" cy="20352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390550" y="575525"/>
            <a:ext cx="8372700" cy="9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ubTitle" idx="1"/>
          </p:nvPr>
        </p:nvSpPr>
        <p:spPr>
          <a:xfrm>
            <a:off x="390550" y="1430263"/>
            <a:ext cx="8372700" cy="5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6"/>
          </p:nvPr>
        </p:nvSpPr>
        <p:spPr>
          <a:xfrm>
            <a:off x="887950" y="4112050"/>
            <a:ext cx="1536600" cy="5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ubTitle" idx="7"/>
          </p:nvPr>
        </p:nvSpPr>
        <p:spPr>
          <a:xfrm>
            <a:off x="2831828" y="4112050"/>
            <a:ext cx="1536600" cy="5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ubTitle" idx="8"/>
          </p:nvPr>
        </p:nvSpPr>
        <p:spPr>
          <a:xfrm>
            <a:off x="4775719" y="4112050"/>
            <a:ext cx="1536600" cy="5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ubTitle" idx="9"/>
          </p:nvPr>
        </p:nvSpPr>
        <p:spPr>
          <a:xfrm>
            <a:off x="6719622" y="4112050"/>
            <a:ext cx="1536600" cy="5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cxnSp>
        <p:nvCxnSpPr>
          <p:cNvPr id="38" name="Google Shape;38;p4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Google Shape;39;p4"/>
          <p:cNvSpPr txBox="1">
            <a:spLocks noGrp="1"/>
          </p:cNvSpPr>
          <p:nvPr>
            <p:ph type="sldNum" idx="12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dership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162975" y="142400"/>
            <a:ext cx="3911700" cy="48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erif"/>
              <a:ea typeface="IBM Plex Serif"/>
              <a:cs typeface="IBM Plex Serif"/>
              <a:sym typeface="IBM Plex Serif"/>
            </a:endParaRPr>
          </a:p>
        </p:txBody>
      </p:sp>
      <p:sp>
        <p:nvSpPr>
          <p:cNvPr id="42" name="Google Shape;42;p5"/>
          <p:cNvSpPr>
            <a:spLocks noGrp="1"/>
          </p:cNvSpPr>
          <p:nvPr>
            <p:ph type="pic" idx="2"/>
          </p:nvPr>
        </p:nvSpPr>
        <p:spPr>
          <a:xfrm>
            <a:off x="996550" y="874499"/>
            <a:ext cx="2244600" cy="3330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4643075" y="1724013"/>
            <a:ext cx="3911700" cy="5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3"/>
          </p:nvPr>
        </p:nvSpPr>
        <p:spPr>
          <a:xfrm>
            <a:off x="5622325" y="3180388"/>
            <a:ext cx="1977000" cy="5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/ Dividers" type="titleOnly">
  <p:cSld name="TITLE_ONLY">
    <p:bg>
      <p:bgPr>
        <a:solidFill>
          <a:schemeClr val="dk2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390550" y="1892825"/>
            <a:ext cx="8372700" cy="9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ubTitle" idx="1"/>
          </p:nvPr>
        </p:nvSpPr>
        <p:spPr>
          <a:xfrm>
            <a:off x="390550" y="2747563"/>
            <a:ext cx="8372700" cy="5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48" name="Google Shape;48;p6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rs">
  <p:cSld name="ONE_COLUMN_TEX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390550" y="1281900"/>
            <a:ext cx="3543000" cy="9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390550" y="2425075"/>
            <a:ext cx="3543000" cy="19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>
            <a:endParaRPr/>
          </a:p>
        </p:txBody>
      </p:sp>
      <p:cxnSp>
        <p:nvCxnSpPr>
          <p:cNvPr id="53" name="Google Shape;53;p7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vestors">
  <p:cSld name="MAIN_POINT">
    <p:bg>
      <p:bgPr>
        <a:solidFill>
          <a:schemeClr val="dk2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>
            <a:spLocks noGrp="1"/>
          </p:cNvSpPr>
          <p:nvPr>
            <p:ph type="pic" idx="2"/>
          </p:nvPr>
        </p:nvSpPr>
        <p:spPr>
          <a:xfrm>
            <a:off x="4644325" y="1140011"/>
            <a:ext cx="1929900" cy="28635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57" name="Google Shape;57;p8"/>
          <p:cNvSpPr>
            <a:spLocks noGrp="1"/>
          </p:cNvSpPr>
          <p:nvPr>
            <p:ph type="pic" idx="3"/>
          </p:nvPr>
        </p:nvSpPr>
        <p:spPr>
          <a:xfrm>
            <a:off x="6833350" y="1140011"/>
            <a:ext cx="1929900" cy="28635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390550" y="1436463"/>
            <a:ext cx="3543000" cy="9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390550" y="2579638"/>
            <a:ext cx="3543000" cy="11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60" name="Google Shape;60;p8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act Sheet">
  <p:cSld name="SECTION_TITLE_AND_DESCRIPTION"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/>
          <p:nvPr/>
        </p:nvSpPr>
        <p:spPr>
          <a:xfrm>
            <a:off x="5064475" y="142400"/>
            <a:ext cx="3911700" cy="48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erif"/>
              <a:ea typeface="IBM Plex Serif"/>
              <a:cs typeface="IBM Plex Serif"/>
              <a:sym typeface="IBM Plex Serif"/>
            </a:endParaRPr>
          </a:p>
        </p:txBody>
      </p:sp>
      <p:sp>
        <p:nvSpPr>
          <p:cNvPr id="64" name="Google Shape;64;p9"/>
          <p:cNvSpPr>
            <a:spLocks noGrp="1"/>
          </p:cNvSpPr>
          <p:nvPr>
            <p:ph type="pic" idx="2"/>
          </p:nvPr>
        </p:nvSpPr>
        <p:spPr>
          <a:xfrm>
            <a:off x="5898050" y="874499"/>
            <a:ext cx="2244600" cy="3330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390550" y="421400"/>
            <a:ext cx="4109400" cy="11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ubTitle" idx="1"/>
          </p:nvPr>
        </p:nvSpPr>
        <p:spPr>
          <a:xfrm>
            <a:off x="390550" y="1513075"/>
            <a:ext cx="3306300" cy="5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3"/>
          </p:nvPr>
        </p:nvSpPr>
        <p:spPr>
          <a:xfrm>
            <a:off x="390550" y="2366888"/>
            <a:ext cx="1977000" cy="5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4"/>
          </p:nvPr>
        </p:nvSpPr>
        <p:spPr>
          <a:xfrm>
            <a:off x="2595025" y="2366888"/>
            <a:ext cx="1977000" cy="5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5"/>
          </p:nvPr>
        </p:nvSpPr>
        <p:spPr>
          <a:xfrm>
            <a:off x="390550" y="2870000"/>
            <a:ext cx="19770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6"/>
          </p:nvPr>
        </p:nvSpPr>
        <p:spPr>
          <a:xfrm>
            <a:off x="2595025" y="2870000"/>
            <a:ext cx="19770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ubTitle" idx="7"/>
          </p:nvPr>
        </p:nvSpPr>
        <p:spPr>
          <a:xfrm>
            <a:off x="390550" y="3612863"/>
            <a:ext cx="1977000" cy="5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8"/>
          </p:nvPr>
        </p:nvSpPr>
        <p:spPr>
          <a:xfrm>
            <a:off x="2595025" y="3612863"/>
            <a:ext cx="1977000" cy="5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9"/>
          </p:nvPr>
        </p:nvSpPr>
        <p:spPr>
          <a:xfrm>
            <a:off x="390550" y="4115975"/>
            <a:ext cx="19770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13"/>
          </p:nvPr>
        </p:nvSpPr>
        <p:spPr>
          <a:xfrm>
            <a:off x="2595025" y="4115975"/>
            <a:ext cx="19770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sion">
  <p:cSld name="CAPTION_ONLY">
    <p:bg>
      <p:bgPr>
        <a:solidFill>
          <a:schemeClr val="lt2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ubTitle" idx="1"/>
          </p:nvPr>
        </p:nvSpPr>
        <p:spPr>
          <a:xfrm>
            <a:off x="4217250" y="873788"/>
            <a:ext cx="1977000" cy="5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subTitle" idx="2"/>
          </p:nvPr>
        </p:nvSpPr>
        <p:spPr>
          <a:xfrm>
            <a:off x="6421725" y="873788"/>
            <a:ext cx="1977000" cy="5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3"/>
          </p:nvPr>
        </p:nvSpPr>
        <p:spPr>
          <a:xfrm>
            <a:off x="4217250" y="1376900"/>
            <a:ext cx="19770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body" idx="4"/>
          </p:nvPr>
        </p:nvSpPr>
        <p:spPr>
          <a:xfrm>
            <a:off x="6421725" y="1376900"/>
            <a:ext cx="19770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subTitle" idx="5"/>
          </p:nvPr>
        </p:nvSpPr>
        <p:spPr>
          <a:xfrm>
            <a:off x="4217250" y="2119763"/>
            <a:ext cx="1977000" cy="5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ubTitle" idx="6"/>
          </p:nvPr>
        </p:nvSpPr>
        <p:spPr>
          <a:xfrm>
            <a:off x="6421725" y="2119763"/>
            <a:ext cx="1977000" cy="5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7"/>
          </p:nvPr>
        </p:nvSpPr>
        <p:spPr>
          <a:xfrm>
            <a:off x="4217250" y="2622875"/>
            <a:ext cx="19770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8"/>
          </p:nvPr>
        </p:nvSpPr>
        <p:spPr>
          <a:xfrm>
            <a:off x="6421725" y="2622875"/>
            <a:ext cx="19770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ubTitle" idx="9"/>
          </p:nvPr>
        </p:nvSpPr>
        <p:spPr>
          <a:xfrm>
            <a:off x="4217250" y="3365738"/>
            <a:ext cx="1977000" cy="5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ubTitle" idx="13"/>
          </p:nvPr>
        </p:nvSpPr>
        <p:spPr>
          <a:xfrm>
            <a:off x="6421725" y="3365738"/>
            <a:ext cx="1977000" cy="5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87" name="Google Shape;87;p10"/>
          <p:cNvSpPr txBox="1">
            <a:spLocks noGrp="1"/>
          </p:cNvSpPr>
          <p:nvPr>
            <p:ph type="body" idx="14"/>
          </p:nvPr>
        </p:nvSpPr>
        <p:spPr>
          <a:xfrm>
            <a:off x="4217250" y="3868850"/>
            <a:ext cx="19770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10"/>
          <p:cNvSpPr txBox="1">
            <a:spLocks noGrp="1"/>
          </p:cNvSpPr>
          <p:nvPr>
            <p:ph type="body" idx="15"/>
          </p:nvPr>
        </p:nvSpPr>
        <p:spPr>
          <a:xfrm>
            <a:off x="6421725" y="3868850"/>
            <a:ext cx="19770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title"/>
          </p:nvPr>
        </p:nvSpPr>
        <p:spPr>
          <a:xfrm>
            <a:off x="390550" y="2087700"/>
            <a:ext cx="3429900" cy="9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cxnSp>
        <p:nvCxnSpPr>
          <p:cNvPr id="90" name="Google Shape;90;p10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" name="Google Shape;91;p10"/>
          <p:cNvSpPr txBox="1">
            <a:spLocks noGrp="1"/>
          </p:cNvSpPr>
          <p:nvPr>
            <p:ph type="sldNum" idx="16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story">
  <p:cSld name="BIG_NUMBER">
    <p:bg>
      <p:bgPr>
        <a:solidFill>
          <a:schemeClr val="l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/>
          <p:nvPr/>
        </p:nvSpPr>
        <p:spPr>
          <a:xfrm>
            <a:off x="162975" y="142400"/>
            <a:ext cx="3911700" cy="48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erif"/>
              <a:ea typeface="IBM Plex Serif"/>
              <a:cs typeface="IBM Plex Serif"/>
              <a:sym typeface="IBM Plex Serif"/>
            </a:endParaRPr>
          </a:p>
        </p:txBody>
      </p:sp>
      <p:sp>
        <p:nvSpPr>
          <p:cNvPr id="94" name="Google Shape;94;p11"/>
          <p:cNvSpPr>
            <a:spLocks noGrp="1"/>
          </p:cNvSpPr>
          <p:nvPr>
            <p:ph type="pic" idx="2"/>
          </p:nvPr>
        </p:nvSpPr>
        <p:spPr>
          <a:xfrm>
            <a:off x="996550" y="874499"/>
            <a:ext cx="2244600" cy="3330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95" name="Google Shape;95;p11"/>
          <p:cNvSpPr txBox="1">
            <a:spLocks noGrp="1"/>
          </p:cNvSpPr>
          <p:nvPr>
            <p:ph type="title"/>
          </p:nvPr>
        </p:nvSpPr>
        <p:spPr>
          <a:xfrm>
            <a:off x="4565075" y="316525"/>
            <a:ext cx="4109400" cy="11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96" name="Google Shape;96;p11"/>
          <p:cNvSpPr txBox="1">
            <a:spLocks noGrp="1"/>
          </p:cNvSpPr>
          <p:nvPr>
            <p:ph type="subTitle" idx="1"/>
          </p:nvPr>
        </p:nvSpPr>
        <p:spPr>
          <a:xfrm>
            <a:off x="4565075" y="1623575"/>
            <a:ext cx="4109400" cy="5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body" idx="3"/>
          </p:nvPr>
        </p:nvSpPr>
        <p:spPr>
          <a:xfrm>
            <a:off x="4565075" y="2126675"/>
            <a:ext cx="4109400" cy="1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11"/>
          <p:cNvSpPr txBox="1">
            <a:spLocks noGrp="1"/>
          </p:cNvSpPr>
          <p:nvPr>
            <p:ph type="subTitle" idx="4"/>
          </p:nvPr>
        </p:nvSpPr>
        <p:spPr>
          <a:xfrm>
            <a:off x="4565075" y="3225275"/>
            <a:ext cx="4109400" cy="5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body" idx="5"/>
          </p:nvPr>
        </p:nvSpPr>
        <p:spPr>
          <a:xfrm>
            <a:off x="4565075" y="3728375"/>
            <a:ext cx="4109400" cy="1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allery" type="blank">
  <p:cSld name="BLANK"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>
            <a:spLocks noGrp="1"/>
          </p:cNvSpPr>
          <p:nvPr>
            <p:ph type="pic" idx="2"/>
          </p:nvPr>
        </p:nvSpPr>
        <p:spPr>
          <a:xfrm>
            <a:off x="390550" y="516500"/>
            <a:ext cx="2736000" cy="4502100"/>
          </a:xfrm>
          <a:prstGeom prst="roundRect">
            <a:avLst>
              <a:gd name="adj" fmla="val 4168"/>
            </a:avLst>
          </a:prstGeom>
          <a:noFill/>
          <a:ln>
            <a:noFill/>
          </a:ln>
        </p:spPr>
      </p:sp>
      <p:sp>
        <p:nvSpPr>
          <p:cNvPr id="102" name="Google Shape;102;p12"/>
          <p:cNvSpPr>
            <a:spLocks noGrp="1"/>
          </p:cNvSpPr>
          <p:nvPr>
            <p:ph type="pic" idx="3"/>
          </p:nvPr>
        </p:nvSpPr>
        <p:spPr>
          <a:xfrm>
            <a:off x="3208850" y="516500"/>
            <a:ext cx="2736000" cy="2183400"/>
          </a:xfrm>
          <a:prstGeom prst="roundRect">
            <a:avLst>
              <a:gd name="adj" fmla="val 4168"/>
            </a:avLst>
          </a:prstGeom>
          <a:noFill/>
          <a:ln>
            <a:noFill/>
          </a:ln>
        </p:spPr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3208850" y="2786900"/>
            <a:ext cx="2736000" cy="2231700"/>
          </a:xfrm>
          <a:prstGeom prst="roundRect">
            <a:avLst>
              <a:gd name="adj" fmla="val 4168"/>
            </a:avLst>
          </a:prstGeom>
          <a:noFill/>
          <a:ln>
            <a:noFill/>
          </a:ln>
        </p:spPr>
      </p:sp>
      <p:sp>
        <p:nvSpPr>
          <p:cNvPr id="104" name="Google Shape;104;p12"/>
          <p:cNvSpPr>
            <a:spLocks noGrp="1"/>
          </p:cNvSpPr>
          <p:nvPr>
            <p:ph type="pic" idx="5"/>
          </p:nvPr>
        </p:nvSpPr>
        <p:spPr>
          <a:xfrm>
            <a:off x="6027150" y="2174900"/>
            <a:ext cx="2736000" cy="2843700"/>
          </a:xfrm>
          <a:prstGeom prst="roundRect">
            <a:avLst>
              <a:gd name="adj" fmla="val 4168"/>
            </a:avLst>
          </a:prstGeom>
          <a:noFill/>
          <a:ln>
            <a:noFill/>
          </a:ln>
        </p:spPr>
      </p:sp>
      <p:sp>
        <p:nvSpPr>
          <p:cNvPr id="105" name="Google Shape;105;p12"/>
          <p:cNvSpPr>
            <a:spLocks noGrp="1"/>
          </p:cNvSpPr>
          <p:nvPr>
            <p:ph type="pic" idx="6"/>
          </p:nvPr>
        </p:nvSpPr>
        <p:spPr>
          <a:xfrm>
            <a:off x="6027150" y="516500"/>
            <a:ext cx="2736000" cy="1566300"/>
          </a:xfrm>
          <a:prstGeom prst="roundRect">
            <a:avLst>
              <a:gd name="adj" fmla="val 4168"/>
            </a:avLst>
          </a:prstGeom>
          <a:noFill/>
          <a:ln>
            <a:noFill/>
          </a:ln>
        </p:spPr>
      </p:sp>
      <p:sp>
        <p:nvSpPr>
          <p:cNvPr id="106" name="Google Shape;106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07" name="Google Shape;107;p12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" name="Google Shape;108;p12"/>
          <p:cNvSpPr txBox="1">
            <a:spLocks noGrp="1"/>
          </p:cNvSpPr>
          <p:nvPr>
            <p:ph type="sldNum" idx="7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 Divider">
  <p:cSld name="TITLE_1">
    <p:bg>
      <p:bgPr>
        <a:solidFill>
          <a:schemeClr val="lt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>
            <a:spLocks noGrp="1"/>
          </p:cNvSpPr>
          <p:nvPr>
            <p:ph type="pic" idx="2"/>
          </p:nvPr>
        </p:nvSpPr>
        <p:spPr>
          <a:xfrm>
            <a:off x="161800" y="148200"/>
            <a:ext cx="8830200" cy="4118700"/>
          </a:xfrm>
          <a:prstGeom prst="roundRect">
            <a:avLst>
              <a:gd name="adj" fmla="val 4111"/>
            </a:avLst>
          </a:prstGeom>
          <a:noFill/>
          <a:ln>
            <a:noFill/>
          </a:ln>
        </p:spPr>
      </p:sp>
      <p:sp>
        <p:nvSpPr>
          <p:cNvPr id="111" name="Google Shape;111;p13"/>
          <p:cNvSpPr txBox="1">
            <a:spLocks noGrp="1"/>
          </p:cNvSpPr>
          <p:nvPr>
            <p:ph type="subTitle" idx="1"/>
          </p:nvPr>
        </p:nvSpPr>
        <p:spPr>
          <a:xfrm>
            <a:off x="156900" y="4448550"/>
            <a:ext cx="8830200" cy="5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duct">
  <p:cSld name="CUSTOM">
    <p:bg>
      <p:bgPr>
        <a:solidFill>
          <a:schemeClr val="lt2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>
            <a:spLocks noGrp="1"/>
          </p:cNvSpPr>
          <p:nvPr>
            <p:ph type="pic" idx="2"/>
          </p:nvPr>
        </p:nvSpPr>
        <p:spPr>
          <a:xfrm>
            <a:off x="4572100" y="194400"/>
            <a:ext cx="4368600" cy="4754700"/>
          </a:xfrm>
          <a:prstGeom prst="roundRect">
            <a:avLst>
              <a:gd name="adj" fmla="val 3533"/>
            </a:avLst>
          </a:prstGeom>
          <a:noFill/>
          <a:ln>
            <a:noFill/>
          </a:ln>
        </p:spPr>
      </p:sp>
      <p:sp>
        <p:nvSpPr>
          <p:cNvPr id="114" name="Google Shape;114;p14"/>
          <p:cNvSpPr txBox="1">
            <a:spLocks noGrp="1"/>
          </p:cNvSpPr>
          <p:nvPr>
            <p:ph type="subTitle" idx="1"/>
          </p:nvPr>
        </p:nvSpPr>
        <p:spPr>
          <a:xfrm>
            <a:off x="391925" y="2038075"/>
            <a:ext cx="3737400" cy="5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9pPr>
          </a:lstStyle>
          <a:p>
            <a:endParaRPr/>
          </a:p>
        </p:txBody>
      </p:sp>
      <p:sp>
        <p:nvSpPr>
          <p:cNvPr id="115" name="Google Shape;115;p14"/>
          <p:cNvSpPr txBox="1">
            <a:spLocks noGrp="1"/>
          </p:cNvSpPr>
          <p:nvPr>
            <p:ph type="subTitle" idx="3"/>
          </p:nvPr>
        </p:nvSpPr>
        <p:spPr>
          <a:xfrm>
            <a:off x="1272125" y="3330763"/>
            <a:ext cx="1977000" cy="5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s Kit">
  <p:cSld name="CUSTOM_1"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>
            <a:spLocks noGrp="1"/>
          </p:cNvSpPr>
          <p:nvPr>
            <p:ph type="pic" idx="2"/>
          </p:nvPr>
        </p:nvSpPr>
        <p:spPr>
          <a:xfrm>
            <a:off x="236850" y="2068225"/>
            <a:ext cx="8661300" cy="2851800"/>
          </a:xfrm>
          <a:prstGeom prst="roundRect">
            <a:avLst>
              <a:gd name="adj" fmla="val 7221"/>
            </a:avLst>
          </a:prstGeom>
          <a:noFill/>
          <a:ln>
            <a:noFill/>
          </a:ln>
        </p:spPr>
      </p:sp>
      <p:sp>
        <p:nvSpPr>
          <p:cNvPr id="118" name="Google Shape;118;p15"/>
          <p:cNvSpPr txBox="1">
            <a:spLocks noGrp="1"/>
          </p:cNvSpPr>
          <p:nvPr>
            <p:ph type="subTitle" idx="1"/>
          </p:nvPr>
        </p:nvSpPr>
        <p:spPr>
          <a:xfrm>
            <a:off x="390550" y="630775"/>
            <a:ext cx="2266200" cy="5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19" name="Google Shape;119;p15"/>
          <p:cNvSpPr txBox="1">
            <a:spLocks noGrp="1"/>
          </p:cNvSpPr>
          <p:nvPr>
            <p:ph type="body" idx="3"/>
          </p:nvPr>
        </p:nvSpPr>
        <p:spPr>
          <a:xfrm>
            <a:off x="390550" y="1133875"/>
            <a:ext cx="22662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subTitle" idx="4"/>
          </p:nvPr>
        </p:nvSpPr>
        <p:spPr>
          <a:xfrm>
            <a:off x="3434400" y="630775"/>
            <a:ext cx="2266200" cy="5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body" idx="5"/>
          </p:nvPr>
        </p:nvSpPr>
        <p:spPr>
          <a:xfrm>
            <a:off x="3434400" y="1133875"/>
            <a:ext cx="22662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>
            <a:endParaRPr/>
          </a:p>
        </p:txBody>
      </p:sp>
      <p:sp>
        <p:nvSpPr>
          <p:cNvPr id="122" name="Google Shape;122;p15"/>
          <p:cNvSpPr txBox="1">
            <a:spLocks noGrp="1"/>
          </p:cNvSpPr>
          <p:nvPr>
            <p:ph type="subTitle" idx="6"/>
          </p:nvPr>
        </p:nvSpPr>
        <p:spPr>
          <a:xfrm>
            <a:off x="6478250" y="630775"/>
            <a:ext cx="2266200" cy="5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body" idx="7"/>
          </p:nvPr>
        </p:nvSpPr>
        <p:spPr>
          <a:xfrm>
            <a:off x="6478250" y="1133875"/>
            <a:ext cx="22662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5" name="Google Shape;125;p15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" name="Google Shape;126;p15"/>
          <p:cNvSpPr txBox="1">
            <a:spLocks noGrp="1"/>
          </p:cNvSpPr>
          <p:nvPr>
            <p:ph type="sldNum" idx="8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/ Contact">
  <p:cSld name="CUSTOM_2">
    <p:bg>
      <p:bgPr>
        <a:solidFill>
          <a:schemeClr val="lt1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>
            <a:spLocks noGrp="1"/>
          </p:cNvSpPr>
          <p:nvPr>
            <p:ph type="pic" idx="2"/>
          </p:nvPr>
        </p:nvSpPr>
        <p:spPr>
          <a:xfrm>
            <a:off x="3753475" y="661550"/>
            <a:ext cx="1101900" cy="1323300"/>
          </a:xfrm>
          <a:prstGeom prst="roundRect">
            <a:avLst>
              <a:gd name="adj" fmla="val 49883"/>
            </a:avLst>
          </a:prstGeom>
          <a:noFill/>
          <a:ln>
            <a:noFill/>
          </a:ln>
        </p:spPr>
      </p:sp>
      <p:sp>
        <p:nvSpPr>
          <p:cNvPr id="129" name="Google Shape;129;p16"/>
          <p:cNvSpPr>
            <a:spLocks noGrp="1"/>
          </p:cNvSpPr>
          <p:nvPr>
            <p:ph type="pic" idx="3"/>
          </p:nvPr>
        </p:nvSpPr>
        <p:spPr>
          <a:xfrm>
            <a:off x="5593875" y="661550"/>
            <a:ext cx="1101900" cy="1323300"/>
          </a:xfrm>
          <a:prstGeom prst="roundRect">
            <a:avLst>
              <a:gd name="adj" fmla="val 49883"/>
            </a:avLst>
          </a:prstGeom>
          <a:noFill/>
          <a:ln>
            <a:noFill/>
          </a:ln>
        </p:spPr>
      </p:sp>
      <p:sp>
        <p:nvSpPr>
          <p:cNvPr id="130" name="Google Shape;130;p16"/>
          <p:cNvSpPr>
            <a:spLocks noGrp="1"/>
          </p:cNvSpPr>
          <p:nvPr>
            <p:ph type="pic" idx="4"/>
          </p:nvPr>
        </p:nvSpPr>
        <p:spPr>
          <a:xfrm>
            <a:off x="7434275" y="661550"/>
            <a:ext cx="1101900" cy="1323300"/>
          </a:xfrm>
          <a:prstGeom prst="roundRect">
            <a:avLst>
              <a:gd name="adj" fmla="val 49883"/>
            </a:avLst>
          </a:prstGeom>
          <a:noFill/>
          <a:ln>
            <a:noFill/>
          </a:ln>
        </p:spPr>
      </p:sp>
      <p:sp>
        <p:nvSpPr>
          <p:cNvPr id="131" name="Google Shape;131;p16"/>
          <p:cNvSpPr>
            <a:spLocks noGrp="1"/>
          </p:cNvSpPr>
          <p:nvPr>
            <p:ph type="pic" idx="5"/>
          </p:nvPr>
        </p:nvSpPr>
        <p:spPr>
          <a:xfrm>
            <a:off x="3753475" y="2823850"/>
            <a:ext cx="1101900" cy="1323300"/>
          </a:xfrm>
          <a:prstGeom prst="roundRect">
            <a:avLst>
              <a:gd name="adj" fmla="val 49883"/>
            </a:avLst>
          </a:prstGeom>
          <a:noFill/>
          <a:ln>
            <a:noFill/>
          </a:ln>
        </p:spPr>
      </p:sp>
      <p:sp>
        <p:nvSpPr>
          <p:cNvPr id="132" name="Google Shape;132;p16"/>
          <p:cNvSpPr>
            <a:spLocks noGrp="1"/>
          </p:cNvSpPr>
          <p:nvPr>
            <p:ph type="pic" idx="6"/>
          </p:nvPr>
        </p:nvSpPr>
        <p:spPr>
          <a:xfrm>
            <a:off x="5593875" y="2823850"/>
            <a:ext cx="1101900" cy="1323300"/>
          </a:xfrm>
          <a:prstGeom prst="roundRect">
            <a:avLst>
              <a:gd name="adj" fmla="val 49883"/>
            </a:avLst>
          </a:prstGeom>
          <a:noFill/>
          <a:ln>
            <a:noFill/>
          </a:ln>
        </p:spPr>
      </p:sp>
      <p:sp>
        <p:nvSpPr>
          <p:cNvPr id="133" name="Google Shape;133;p16"/>
          <p:cNvSpPr>
            <a:spLocks noGrp="1"/>
          </p:cNvSpPr>
          <p:nvPr>
            <p:ph type="pic" idx="7"/>
          </p:nvPr>
        </p:nvSpPr>
        <p:spPr>
          <a:xfrm>
            <a:off x="7434275" y="2823850"/>
            <a:ext cx="1101900" cy="1323300"/>
          </a:xfrm>
          <a:prstGeom prst="roundRect">
            <a:avLst>
              <a:gd name="adj" fmla="val 49883"/>
            </a:avLst>
          </a:prstGeom>
          <a:noFill/>
          <a:ln>
            <a:noFill/>
          </a:ln>
        </p:spPr>
      </p:sp>
      <p:sp>
        <p:nvSpPr>
          <p:cNvPr id="134" name="Google Shape;134;p16"/>
          <p:cNvSpPr>
            <a:spLocks noGrp="1"/>
          </p:cNvSpPr>
          <p:nvPr>
            <p:ph type="pic" idx="8"/>
          </p:nvPr>
        </p:nvSpPr>
        <p:spPr>
          <a:xfrm>
            <a:off x="390550" y="661550"/>
            <a:ext cx="2726400" cy="4131300"/>
          </a:xfrm>
          <a:prstGeom prst="roundRect">
            <a:avLst>
              <a:gd name="adj" fmla="val 49883"/>
            </a:avLst>
          </a:prstGeom>
          <a:noFill/>
          <a:ln>
            <a:noFill/>
          </a:ln>
        </p:spPr>
      </p:sp>
      <p:sp>
        <p:nvSpPr>
          <p:cNvPr id="135" name="Google Shape;135;p16"/>
          <p:cNvSpPr txBox="1">
            <a:spLocks noGrp="1"/>
          </p:cNvSpPr>
          <p:nvPr>
            <p:ph type="subTitle" idx="1"/>
          </p:nvPr>
        </p:nvSpPr>
        <p:spPr>
          <a:xfrm>
            <a:off x="3541225" y="2028625"/>
            <a:ext cx="1526400" cy="5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36" name="Google Shape;136;p16"/>
          <p:cNvSpPr txBox="1">
            <a:spLocks noGrp="1"/>
          </p:cNvSpPr>
          <p:nvPr>
            <p:ph type="body" idx="9"/>
          </p:nvPr>
        </p:nvSpPr>
        <p:spPr>
          <a:xfrm>
            <a:off x="3541225" y="2421825"/>
            <a:ext cx="1526400" cy="2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>
            <a:endParaRPr/>
          </a:p>
        </p:txBody>
      </p:sp>
      <p:sp>
        <p:nvSpPr>
          <p:cNvPr id="137" name="Google Shape;137;p16"/>
          <p:cNvSpPr txBox="1">
            <a:spLocks noGrp="1"/>
          </p:cNvSpPr>
          <p:nvPr>
            <p:ph type="subTitle" idx="13"/>
          </p:nvPr>
        </p:nvSpPr>
        <p:spPr>
          <a:xfrm>
            <a:off x="5381625" y="2028625"/>
            <a:ext cx="1526400" cy="5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38" name="Google Shape;138;p16"/>
          <p:cNvSpPr txBox="1">
            <a:spLocks noGrp="1"/>
          </p:cNvSpPr>
          <p:nvPr>
            <p:ph type="body" idx="14"/>
          </p:nvPr>
        </p:nvSpPr>
        <p:spPr>
          <a:xfrm>
            <a:off x="5381625" y="2421825"/>
            <a:ext cx="1526400" cy="2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16"/>
          <p:cNvSpPr txBox="1">
            <a:spLocks noGrp="1"/>
          </p:cNvSpPr>
          <p:nvPr>
            <p:ph type="subTitle" idx="15"/>
          </p:nvPr>
        </p:nvSpPr>
        <p:spPr>
          <a:xfrm>
            <a:off x="7222025" y="2028625"/>
            <a:ext cx="1526400" cy="5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40" name="Google Shape;140;p16"/>
          <p:cNvSpPr txBox="1">
            <a:spLocks noGrp="1"/>
          </p:cNvSpPr>
          <p:nvPr>
            <p:ph type="body" idx="16"/>
          </p:nvPr>
        </p:nvSpPr>
        <p:spPr>
          <a:xfrm>
            <a:off x="7222025" y="2421825"/>
            <a:ext cx="1526400" cy="2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>
            <a:endParaRPr/>
          </a:p>
        </p:txBody>
      </p:sp>
      <p:sp>
        <p:nvSpPr>
          <p:cNvPr id="141" name="Google Shape;141;p16"/>
          <p:cNvSpPr txBox="1">
            <a:spLocks noGrp="1"/>
          </p:cNvSpPr>
          <p:nvPr>
            <p:ph type="subTitle" idx="17"/>
          </p:nvPr>
        </p:nvSpPr>
        <p:spPr>
          <a:xfrm>
            <a:off x="3541225" y="4182025"/>
            <a:ext cx="1526400" cy="5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42" name="Google Shape;142;p16"/>
          <p:cNvSpPr txBox="1">
            <a:spLocks noGrp="1"/>
          </p:cNvSpPr>
          <p:nvPr>
            <p:ph type="body" idx="18"/>
          </p:nvPr>
        </p:nvSpPr>
        <p:spPr>
          <a:xfrm>
            <a:off x="3541225" y="4575225"/>
            <a:ext cx="1526400" cy="2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>
            <a:endParaRPr/>
          </a:p>
        </p:txBody>
      </p:sp>
      <p:sp>
        <p:nvSpPr>
          <p:cNvPr id="143" name="Google Shape;143;p16"/>
          <p:cNvSpPr txBox="1">
            <a:spLocks noGrp="1"/>
          </p:cNvSpPr>
          <p:nvPr>
            <p:ph type="subTitle" idx="19"/>
          </p:nvPr>
        </p:nvSpPr>
        <p:spPr>
          <a:xfrm>
            <a:off x="5381625" y="4182025"/>
            <a:ext cx="1526400" cy="5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44" name="Google Shape;144;p16"/>
          <p:cNvSpPr txBox="1">
            <a:spLocks noGrp="1"/>
          </p:cNvSpPr>
          <p:nvPr>
            <p:ph type="body" idx="20"/>
          </p:nvPr>
        </p:nvSpPr>
        <p:spPr>
          <a:xfrm>
            <a:off x="5381625" y="4575225"/>
            <a:ext cx="1526400" cy="2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subTitle" idx="21"/>
          </p:nvPr>
        </p:nvSpPr>
        <p:spPr>
          <a:xfrm>
            <a:off x="7222025" y="4182025"/>
            <a:ext cx="1526400" cy="5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46" name="Google Shape;146;p16"/>
          <p:cNvSpPr txBox="1">
            <a:spLocks noGrp="1"/>
          </p:cNvSpPr>
          <p:nvPr>
            <p:ph type="body" idx="22"/>
          </p:nvPr>
        </p:nvSpPr>
        <p:spPr>
          <a:xfrm>
            <a:off x="7222025" y="4575225"/>
            <a:ext cx="1526400" cy="2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8" name="Google Shape;148;p16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" name="Google Shape;149;p16"/>
          <p:cNvSpPr txBox="1">
            <a:spLocks noGrp="1"/>
          </p:cNvSpPr>
          <p:nvPr>
            <p:ph type="sldNum" idx="23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l" rtl="0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eers">
  <p:cSld name="CUSTOM_3">
    <p:bg>
      <p:bgPr>
        <a:solidFill>
          <a:schemeClr val="lt2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>
            <a:spLocks noGrp="1"/>
          </p:cNvSpPr>
          <p:nvPr>
            <p:ph type="subTitle" idx="1"/>
          </p:nvPr>
        </p:nvSpPr>
        <p:spPr>
          <a:xfrm>
            <a:off x="6892900" y="630775"/>
            <a:ext cx="1748700" cy="5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52" name="Google Shape;152;p17"/>
          <p:cNvSpPr txBox="1">
            <a:spLocks noGrp="1"/>
          </p:cNvSpPr>
          <p:nvPr>
            <p:ph type="body" idx="2"/>
          </p:nvPr>
        </p:nvSpPr>
        <p:spPr>
          <a:xfrm>
            <a:off x="6892900" y="1133875"/>
            <a:ext cx="17487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3" name="Google Shape;153;p17"/>
          <p:cNvSpPr txBox="1">
            <a:spLocks noGrp="1"/>
          </p:cNvSpPr>
          <p:nvPr>
            <p:ph type="subTitle" idx="3"/>
          </p:nvPr>
        </p:nvSpPr>
        <p:spPr>
          <a:xfrm>
            <a:off x="4747750" y="630775"/>
            <a:ext cx="1748700" cy="5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54" name="Google Shape;154;p17"/>
          <p:cNvSpPr txBox="1">
            <a:spLocks noGrp="1"/>
          </p:cNvSpPr>
          <p:nvPr>
            <p:ph type="body" idx="4"/>
          </p:nvPr>
        </p:nvSpPr>
        <p:spPr>
          <a:xfrm>
            <a:off x="4747750" y="1133875"/>
            <a:ext cx="17487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7"/>
          <p:cNvSpPr>
            <a:spLocks noGrp="1"/>
          </p:cNvSpPr>
          <p:nvPr>
            <p:ph type="pic" idx="5"/>
          </p:nvPr>
        </p:nvSpPr>
        <p:spPr>
          <a:xfrm>
            <a:off x="457550" y="2136050"/>
            <a:ext cx="1748700" cy="23160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156" name="Google Shape;156;p17"/>
          <p:cNvSpPr>
            <a:spLocks noGrp="1"/>
          </p:cNvSpPr>
          <p:nvPr>
            <p:ph type="pic" idx="6"/>
          </p:nvPr>
        </p:nvSpPr>
        <p:spPr>
          <a:xfrm>
            <a:off x="2602596" y="2136050"/>
            <a:ext cx="1748700" cy="23160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157" name="Google Shape;157;p17"/>
          <p:cNvSpPr>
            <a:spLocks noGrp="1"/>
          </p:cNvSpPr>
          <p:nvPr>
            <p:ph type="pic" idx="7"/>
          </p:nvPr>
        </p:nvSpPr>
        <p:spPr>
          <a:xfrm>
            <a:off x="4747696" y="2136050"/>
            <a:ext cx="1748700" cy="23160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158" name="Google Shape;158;p17"/>
          <p:cNvSpPr>
            <a:spLocks noGrp="1"/>
          </p:cNvSpPr>
          <p:nvPr>
            <p:ph type="pic" idx="8"/>
          </p:nvPr>
        </p:nvSpPr>
        <p:spPr>
          <a:xfrm>
            <a:off x="6892796" y="2136050"/>
            <a:ext cx="1748700" cy="23160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159" name="Google Shape;159;p17"/>
          <p:cNvSpPr txBox="1">
            <a:spLocks noGrp="1"/>
          </p:cNvSpPr>
          <p:nvPr>
            <p:ph type="subTitle" idx="9"/>
          </p:nvPr>
        </p:nvSpPr>
        <p:spPr>
          <a:xfrm>
            <a:off x="457450" y="630775"/>
            <a:ext cx="1748700" cy="5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60" name="Google Shape;160;p17"/>
          <p:cNvSpPr txBox="1">
            <a:spLocks noGrp="1"/>
          </p:cNvSpPr>
          <p:nvPr>
            <p:ph type="body" idx="13"/>
          </p:nvPr>
        </p:nvSpPr>
        <p:spPr>
          <a:xfrm>
            <a:off x="457450" y="1133875"/>
            <a:ext cx="17487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1" name="Google Shape;161;p17"/>
          <p:cNvSpPr txBox="1">
            <a:spLocks noGrp="1"/>
          </p:cNvSpPr>
          <p:nvPr>
            <p:ph type="subTitle" idx="14"/>
          </p:nvPr>
        </p:nvSpPr>
        <p:spPr>
          <a:xfrm>
            <a:off x="2602600" y="630775"/>
            <a:ext cx="1748700" cy="5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body" idx="15"/>
          </p:nvPr>
        </p:nvSpPr>
        <p:spPr>
          <a:xfrm>
            <a:off x="2602600" y="1133875"/>
            <a:ext cx="17487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4" name="Google Shape;164;p17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5" name="Google Shape;165;p17"/>
          <p:cNvSpPr txBox="1">
            <a:spLocks noGrp="1"/>
          </p:cNvSpPr>
          <p:nvPr>
            <p:ph type="sldNum" idx="16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l" rtl="0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cognition">
  <p:cSld name="CUSTOM_4">
    <p:bg>
      <p:bgPr>
        <a:solidFill>
          <a:schemeClr val="lt2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Google Shape;167;p18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4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4" name="Google Shape;174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78" name="Google Shape;178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9" name="Google Shape;189;p2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0" name="Google Shape;19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3" name="Google Shape;193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erif"/>
              <a:ea typeface="IBM Plex Serif"/>
              <a:cs typeface="IBM Plex Serif"/>
              <a:sym typeface="IBM Plex Serif"/>
            </a:endParaRPr>
          </a:p>
        </p:txBody>
      </p:sp>
      <p:sp>
        <p:nvSpPr>
          <p:cNvPr id="196" name="Google Shape;196;p2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97" name="Google Shape;197;p2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8" name="Google Shape;198;p2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9" name="Google Shape;199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>
            <a:endParaRPr/>
          </a:p>
        </p:txBody>
      </p:sp>
      <p:sp>
        <p:nvSpPr>
          <p:cNvPr id="202" name="Google Shape;202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5" name="Google Shape;205;p2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06" name="Google Shape;206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30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13" name="Google Shape;213;p30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14" name="Google Shape;214;p30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15" name="Google Shape;215;p30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16" name="Google Shape;216;p30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17" name="Google Shape;217;p30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21" name="Google Shape;221;p31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_1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32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26" name="Google Shape;226;p32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27" name="Google Shape;227;p32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28" name="Google Shape;228;p32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9" name="Google Shape;229;p32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2" name="Google Shape;232;p33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33" name="Google Shape;233;p33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34" name="Google Shape;234;p33"/>
          <p:cNvSpPr txBox="1">
            <a:spLocks noGrp="1"/>
          </p:cNvSpPr>
          <p:nvPr>
            <p:ph type="body" idx="3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35" name="Google Shape;235;p3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36" name="Google Shape;236;p33"/>
          <p:cNvSpPr txBox="1">
            <a:spLocks noGrp="1"/>
          </p:cNvSpPr>
          <p:nvPr>
            <p:ph type="subTitle" idx="4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7" name="Google Shape;237;p33"/>
          <p:cNvSpPr txBox="1">
            <a:spLocks noGrp="1"/>
          </p:cNvSpPr>
          <p:nvPr>
            <p:ph type="subTitle" idx="5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8" name="Google Shape;238;p33"/>
          <p:cNvSpPr txBox="1">
            <a:spLocks noGrp="1"/>
          </p:cNvSpPr>
          <p:nvPr>
            <p:ph type="subTitle" idx="6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1" name="Google Shape;241;p34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42" name="Google Shape;242;p34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43" name="Google Shape;243;p34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44" name="Google Shape;244;p34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45" name="Google Shape;245;p34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46" name="Google Shape;246;p34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47" name="Google Shape;247;p34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48" name="Google Shape;248;p34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49" name="Google Shape;249;p34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35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6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6" name="Google Shape;256;p36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Google Shape;257;p36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58" name="Google Shape;258;p36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9" name="Google Shape;259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36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62" name="Google Shape;262;p36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7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5" name="Google Shape;265;p37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7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7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8" name="Google Shape;268;p37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37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0" name="Google Shape;270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" name="Google Shape;271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37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73" name="Google Shape;273;p37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74" name="Google Shape;274;p37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8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0" name="Google Shape;280;p39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39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39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39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39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39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39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39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39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39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95300" y="469900"/>
            <a:ext cx="2965500" cy="29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784600" y="469900"/>
            <a:ext cx="2965500" cy="29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40" descr="Various products in internet shop, online store showcase. E-commerce and fast delivery. Different goods in shopping trolley. (Provided by Getty Images)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7074" b="17074"/>
          <a:stretch/>
        </p:blipFill>
        <p:spPr>
          <a:xfrm>
            <a:off x="241350" y="1891725"/>
            <a:ext cx="8661300" cy="2851800"/>
          </a:xfrm>
          <a:prstGeom prst="roundRect">
            <a:avLst>
              <a:gd name="adj" fmla="val 16667"/>
            </a:avLst>
          </a:prstGeom>
        </p:spPr>
      </p:pic>
      <p:sp>
        <p:nvSpPr>
          <p:cNvPr id="295" name="Google Shape;295;p40"/>
          <p:cNvSpPr txBox="1">
            <a:spLocks noGrp="1"/>
          </p:cNvSpPr>
          <p:nvPr>
            <p:ph type="title"/>
          </p:nvPr>
        </p:nvSpPr>
        <p:spPr>
          <a:xfrm>
            <a:off x="390550" y="513788"/>
            <a:ext cx="8372700" cy="9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Sales Analysis Report</a:t>
            </a:r>
            <a:endParaRPr/>
          </a:p>
        </p:txBody>
      </p:sp>
      <p:sp>
        <p:nvSpPr>
          <p:cNvPr id="296" name="Google Shape;296;p40"/>
          <p:cNvSpPr txBox="1">
            <a:spLocks noGrp="1"/>
          </p:cNvSpPr>
          <p:nvPr>
            <p:ph type="sldNum" idx="12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97" name="Google Shape;297;p40"/>
          <p:cNvSpPr txBox="1"/>
          <p:nvPr/>
        </p:nvSpPr>
        <p:spPr>
          <a:xfrm>
            <a:off x="3367050" y="40225"/>
            <a:ext cx="2448900" cy="4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Ecommerce Website</a:t>
            </a:r>
            <a:endParaRPr sz="1600" b="1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1"/>
          <p:cNvSpPr txBox="1">
            <a:spLocks noGrp="1"/>
          </p:cNvSpPr>
          <p:nvPr>
            <p:ph type="sldNum" idx="12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303" name="Google Shape;303;p41"/>
          <p:cNvSpPr txBox="1"/>
          <p:nvPr/>
        </p:nvSpPr>
        <p:spPr>
          <a:xfrm>
            <a:off x="3367050" y="40226"/>
            <a:ext cx="240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Ecommerce Website</a:t>
            </a:r>
            <a:endParaRPr sz="1600" b="1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04" name="Google Shape;304;p41"/>
          <p:cNvGrpSpPr/>
          <p:nvPr/>
        </p:nvGrpSpPr>
        <p:grpSpPr>
          <a:xfrm>
            <a:off x="1157582" y="651646"/>
            <a:ext cx="6828826" cy="3840215"/>
            <a:chOff x="2428886" y="1255050"/>
            <a:chExt cx="4286232" cy="2633531"/>
          </a:xfrm>
        </p:grpSpPr>
        <p:pic>
          <p:nvPicPr>
            <p:cNvPr id="305" name="Google Shape;305;p41" title="Folding chairs on white background (Provided by Getty Images)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28886" y="1255050"/>
              <a:ext cx="2085900" cy="2633400"/>
            </a:xfrm>
            <a:prstGeom prst="roundRect">
              <a:avLst>
                <a:gd name="adj" fmla="val 9227"/>
              </a:avLst>
            </a:prstGeom>
            <a:noFill/>
            <a:ln>
              <a:noFill/>
            </a:ln>
          </p:spPr>
        </p:pic>
        <p:sp>
          <p:nvSpPr>
            <p:cNvPr id="306" name="Google Shape;306;p41"/>
            <p:cNvSpPr/>
            <p:nvPr/>
          </p:nvSpPr>
          <p:spPr>
            <a:xfrm>
              <a:off x="4514863" y="1255050"/>
              <a:ext cx="2200200" cy="433200"/>
            </a:xfrm>
            <a:prstGeom prst="roundRect">
              <a:avLst>
                <a:gd name="adj" fmla="val 46272"/>
              </a:avLst>
            </a:prstGeom>
            <a:solidFill>
              <a:srgbClr val="EEEE64"/>
            </a:solidFill>
            <a:ln>
              <a:noFill/>
            </a:ln>
          </p:spPr>
          <p:txBody>
            <a:bodyPr spcFirstLastPara="1" wrap="square" lIns="145650" tIns="145650" rIns="145650" bIns="1456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41"/>
            <p:cNvSpPr/>
            <p:nvPr/>
          </p:nvSpPr>
          <p:spPr>
            <a:xfrm>
              <a:off x="4514863" y="2788481"/>
              <a:ext cx="1100100" cy="1100100"/>
            </a:xfrm>
            <a:prstGeom prst="roundRect">
              <a:avLst>
                <a:gd name="adj" fmla="val 16667"/>
              </a:avLst>
            </a:prstGeom>
            <a:solidFill>
              <a:srgbClr val="4E4E4E"/>
            </a:solidFill>
            <a:ln>
              <a:noFill/>
            </a:ln>
          </p:spPr>
          <p:txBody>
            <a:bodyPr spcFirstLastPara="1" wrap="square" lIns="145650" tIns="145650" rIns="145650" bIns="1456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41"/>
            <p:cNvSpPr/>
            <p:nvPr/>
          </p:nvSpPr>
          <p:spPr>
            <a:xfrm>
              <a:off x="5615019" y="2788481"/>
              <a:ext cx="1100100" cy="1100100"/>
            </a:xfrm>
            <a:prstGeom prst="roundRect">
              <a:avLst>
                <a:gd name="adj" fmla="val 16667"/>
              </a:avLst>
            </a:prstGeom>
            <a:solidFill>
              <a:srgbClr val="5E5E5E"/>
            </a:solidFill>
            <a:ln>
              <a:noFill/>
            </a:ln>
            <a:effectLst>
              <a:outerShdw blurRad="70355" dist="23452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145650" tIns="145650" rIns="145650" bIns="1456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41"/>
            <p:cNvSpPr/>
            <p:nvPr/>
          </p:nvSpPr>
          <p:spPr>
            <a:xfrm>
              <a:off x="4514863" y="1688381"/>
              <a:ext cx="1100100" cy="1100100"/>
            </a:xfrm>
            <a:prstGeom prst="roundRect">
              <a:avLst>
                <a:gd name="adj" fmla="val 16667"/>
              </a:avLst>
            </a:prstGeom>
            <a:solidFill>
              <a:srgbClr val="0C0C0C"/>
            </a:solidFill>
            <a:ln>
              <a:noFill/>
            </a:ln>
          </p:spPr>
          <p:txBody>
            <a:bodyPr spcFirstLastPara="1" wrap="square" lIns="145650" tIns="145650" rIns="145650" bIns="1456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41"/>
            <p:cNvSpPr/>
            <p:nvPr/>
          </p:nvSpPr>
          <p:spPr>
            <a:xfrm>
              <a:off x="5615019" y="1688381"/>
              <a:ext cx="1100100" cy="1100100"/>
            </a:xfrm>
            <a:prstGeom prst="roundRect">
              <a:avLst>
                <a:gd name="adj" fmla="val 16667"/>
              </a:avLst>
            </a:prstGeom>
            <a:solidFill>
              <a:srgbClr val="2E2E2E"/>
            </a:solidFill>
            <a:ln>
              <a:noFill/>
            </a:ln>
            <a:effectLst>
              <a:reflection endPos="30000" dist="46903" dir="5400000" fadeDir="5400012" sy="-100000" algn="bl" rotWithShape="0"/>
            </a:effectLst>
          </p:spPr>
          <p:txBody>
            <a:bodyPr spcFirstLastPara="1" wrap="square" lIns="145650" tIns="145650" rIns="145650" bIns="1456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41"/>
            <p:cNvSpPr txBox="1"/>
            <p:nvPr/>
          </p:nvSpPr>
          <p:spPr>
            <a:xfrm>
              <a:off x="4626913" y="1325880"/>
              <a:ext cx="1976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67">
                  <a:solidFill>
                    <a:srgbClr val="0C0C0C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Discussion Points:</a:t>
              </a:r>
              <a:endParaRPr sz="2867">
                <a:solidFill>
                  <a:srgbClr val="0C0C0C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312" name="Google Shape;312;p41"/>
            <p:cNvSpPr txBox="1"/>
            <p:nvPr/>
          </p:nvSpPr>
          <p:spPr>
            <a:xfrm>
              <a:off x="4618350" y="1815225"/>
              <a:ext cx="893100" cy="8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37"/>
                </a:spcBef>
                <a:spcAft>
                  <a:spcPts val="0"/>
                </a:spcAft>
                <a:buNone/>
              </a:pPr>
              <a:r>
                <a:rPr lang="en" sz="1911" b="1">
                  <a:solidFill>
                    <a:srgbClr val="EEEE64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1. Regional Analysis</a:t>
              </a:r>
              <a:endParaRPr sz="1911" b="1">
                <a:solidFill>
                  <a:srgbClr val="EEEE64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637"/>
                </a:spcBef>
                <a:spcAft>
                  <a:spcPts val="0"/>
                </a:spcAft>
                <a:buNone/>
              </a:pPr>
              <a:endParaRPr sz="1911">
                <a:solidFill>
                  <a:srgbClr val="EEEE64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637"/>
                </a:spcBef>
                <a:spcAft>
                  <a:spcPts val="0"/>
                </a:spcAft>
                <a:buNone/>
              </a:pPr>
              <a:r>
                <a:rPr lang="en" sz="1593">
                  <a:solidFill>
                    <a:srgbClr val="EEEE64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 </a:t>
              </a:r>
              <a:endParaRPr sz="1593">
                <a:solidFill>
                  <a:srgbClr val="EEEE64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313" name="Google Shape;313;p41"/>
            <p:cNvSpPr txBox="1"/>
            <p:nvPr/>
          </p:nvSpPr>
          <p:spPr>
            <a:xfrm>
              <a:off x="4618350" y="2915375"/>
              <a:ext cx="893100" cy="8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37"/>
                </a:spcBef>
                <a:spcAft>
                  <a:spcPts val="0"/>
                </a:spcAft>
                <a:buNone/>
              </a:pPr>
              <a:r>
                <a:rPr lang="en" sz="1593" b="1">
                  <a:solidFill>
                    <a:srgbClr val="EEEE64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3. </a:t>
              </a:r>
              <a:r>
                <a:rPr lang="en" sz="1962" b="1">
                  <a:solidFill>
                    <a:srgbClr val="EEEE64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Product Analysis</a:t>
              </a:r>
              <a:endParaRPr sz="1962" b="1">
                <a:solidFill>
                  <a:srgbClr val="EEEE64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314" name="Google Shape;314;p41"/>
            <p:cNvSpPr txBox="1"/>
            <p:nvPr/>
          </p:nvSpPr>
          <p:spPr>
            <a:xfrm>
              <a:off x="5718525" y="2915375"/>
              <a:ext cx="893100" cy="8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37"/>
                </a:spcBef>
                <a:spcAft>
                  <a:spcPts val="0"/>
                </a:spcAft>
                <a:buNone/>
              </a:pPr>
              <a:r>
                <a:rPr lang="en" sz="1962" b="1">
                  <a:solidFill>
                    <a:srgbClr val="EEEE64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4. Profit Analysis</a:t>
              </a:r>
              <a:endParaRPr sz="1962" b="1">
                <a:solidFill>
                  <a:srgbClr val="EEEE64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315" name="Google Shape;315;p41"/>
            <p:cNvSpPr txBox="1"/>
            <p:nvPr/>
          </p:nvSpPr>
          <p:spPr>
            <a:xfrm>
              <a:off x="5718525" y="1815225"/>
              <a:ext cx="893100" cy="8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37"/>
                </a:spcBef>
                <a:spcAft>
                  <a:spcPts val="0"/>
                </a:spcAft>
                <a:buNone/>
              </a:pPr>
              <a:r>
                <a:rPr lang="en" sz="1962" b="1">
                  <a:solidFill>
                    <a:srgbClr val="EEEE64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2. Category Analysis</a:t>
              </a:r>
              <a:endParaRPr sz="1962" b="1">
                <a:solidFill>
                  <a:srgbClr val="EEEE64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637"/>
                </a:spcBef>
                <a:spcAft>
                  <a:spcPts val="0"/>
                </a:spcAft>
                <a:buNone/>
              </a:pPr>
              <a:endParaRPr sz="1593">
                <a:solidFill>
                  <a:srgbClr val="EEEE64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2"/>
          <p:cNvSpPr txBox="1">
            <a:spLocks noGrp="1"/>
          </p:cNvSpPr>
          <p:nvPr>
            <p:ph type="title"/>
          </p:nvPr>
        </p:nvSpPr>
        <p:spPr>
          <a:xfrm>
            <a:off x="390550" y="818100"/>
            <a:ext cx="4542900" cy="9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Regional Analysis</a:t>
            </a:r>
            <a:endParaRPr/>
          </a:p>
        </p:txBody>
      </p:sp>
      <p:sp>
        <p:nvSpPr>
          <p:cNvPr id="321" name="Google Shape;321;p42"/>
          <p:cNvSpPr txBox="1">
            <a:spLocks noGrp="1"/>
          </p:cNvSpPr>
          <p:nvPr>
            <p:ph type="body" idx="1"/>
          </p:nvPr>
        </p:nvSpPr>
        <p:spPr>
          <a:xfrm>
            <a:off x="432575" y="2303400"/>
            <a:ext cx="3755400" cy="24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East</a:t>
            </a:r>
            <a:r>
              <a:rPr lang="en" sz="1200"/>
              <a:t> Region perform the best in the Regions as per the Regional Orders.</a:t>
            </a:r>
            <a:endParaRPr sz="12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East </a:t>
            </a:r>
            <a:r>
              <a:rPr lang="en" sz="1200"/>
              <a:t>Region gets </a:t>
            </a:r>
            <a:r>
              <a:rPr lang="en" sz="1200" b="1"/>
              <a:t>149579 </a:t>
            </a:r>
            <a:r>
              <a:rPr lang="en" sz="1200"/>
              <a:t>orders while the other regions get approx. </a:t>
            </a:r>
            <a:r>
              <a:rPr lang="en" sz="1200" b="1"/>
              <a:t>1 Lakh </a:t>
            </a:r>
            <a:r>
              <a:rPr lang="en" sz="1200"/>
              <a:t>orders each except the </a:t>
            </a:r>
            <a:r>
              <a:rPr lang="en" sz="1200" b="1"/>
              <a:t>West</a:t>
            </a:r>
            <a:r>
              <a:rPr lang="en" sz="1200"/>
              <a:t>.</a:t>
            </a:r>
            <a:endParaRPr sz="12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West </a:t>
            </a:r>
            <a:r>
              <a:rPr lang="en" sz="1200"/>
              <a:t>Region perform worst as it gets only </a:t>
            </a:r>
            <a:r>
              <a:rPr lang="en" sz="1200" b="1"/>
              <a:t>49708</a:t>
            </a:r>
            <a:r>
              <a:rPr lang="en" sz="1200"/>
              <a:t> Orders (i.e. </a:t>
            </a:r>
            <a:r>
              <a:rPr lang="en" sz="1200" b="1"/>
              <a:t>33.23% </a:t>
            </a:r>
            <a:r>
              <a:rPr lang="en" sz="1200"/>
              <a:t>of East Orders).</a:t>
            </a:r>
            <a:endParaRPr sz="12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As per the Regional Sales Report, we must focus on </a:t>
            </a:r>
            <a:r>
              <a:rPr lang="en" sz="1200" b="1"/>
              <a:t>Increasing the sales in West Region</a:t>
            </a:r>
            <a:r>
              <a:rPr lang="en" sz="1200"/>
              <a:t>.</a:t>
            </a:r>
            <a:endParaRPr sz="1200"/>
          </a:p>
        </p:txBody>
      </p:sp>
      <p:sp>
        <p:nvSpPr>
          <p:cNvPr id="322" name="Google Shape;322;p42"/>
          <p:cNvSpPr txBox="1">
            <a:spLocks noGrp="1"/>
          </p:cNvSpPr>
          <p:nvPr>
            <p:ph type="sldNum" idx="12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323" name="Google Shape;323;p42"/>
          <p:cNvSpPr/>
          <p:nvPr/>
        </p:nvSpPr>
        <p:spPr>
          <a:xfrm>
            <a:off x="5343706" y="2424168"/>
            <a:ext cx="1957500" cy="1957500"/>
          </a:xfrm>
          <a:prstGeom prst="flowChartConnector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Profit</a:t>
            </a:r>
            <a:endParaRPr sz="1600"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24" name="Google Shape;324;p42"/>
          <p:cNvSpPr/>
          <p:nvPr/>
        </p:nvSpPr>
        <p:spPr>
          <a:xfrm>
            <a:off x="6805748" y="2424168"/>
            <a:ext cx="1957500" cy="1957500"/>
          </a:xfrm>
          <a:prstGeom prst="flowChartConnector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           </a:t>
            </a:r>
            <a:r>
              <a:rPr lang="en" sz="1600">
                <a:solidFill>
                  <a:schemeClr val="dk2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  </a:t>
            </a:r>
            <a:r>
              <a:rPr lang="en" sz="1600"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rPr>
              <a:t>Sales</a:t>
            </a:r>
            <a:r>
              <a:rPr lang="en" sz="1300">
                <a:solidFill>
                  <a:schemeClr val="dk2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   </a:t>
            </a:r>
            <a:endParaRPr sz="1300">
              <a:solidFill>
                <a:schemeClr val="dk2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325" name="Google Shape;325;p42"/>
          <p:cNvSpPr/>
          <p:nvPr/>
        </p:nvSpPr>
        <p:spPr>
          <a:xfrm>
            <a:off x="6074727" y="1016231"/>
            <a:ext cx="1957500" cy="1957500"/>
          </a:xfrm>
          <a:prstGeom prst="flowChartConnector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Demand</a:t>
            </a:r>
            <a:endParaRPr sz="1600" b="1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26" name="Google Shape;326;p42"/>
          <p:cNvSpPr txBox="1"/>
          <p:nvPr/>
        </p:nvSpPr>
        <p:spPr>
          <a:xfrm>
            <a:off x="3367050" y="40226"/>
            <a:ext cx="240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Ecommerce Website</a:t>
            </a:r>
            <a:endParaRPr sz="1600" b="1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27" name="Google Shape;327;p42"/>
          <p:cNvSpPr txBox="1">
            <a:spLocks noGrp="1"/>
          </p:cNvSpPr>
          <p:nvPr>
            <p:ph type="title"/>
          </p:nvPr>
        </p:nvSpPr>
        <p:spPr>
          <a:xfrm>
            <a:off x="432575" y="1786200"/>
            <a:ext cx="3755400" cy="51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Key Points :-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3"/>
          <p:cNvSpPr txBox="1">
            <a:spLocks noGrp="1"/>
          </p:cNvSpPr>
          <p:nvPr>
            <p:ph type="title"/>
          </p:nvPr>
        </p:nvSpPr>
        <p:spPr>
          <a:xfrm>
            <a:off x="2691463" y="433825"/>
            <a:ext cx="3761100" cy="7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Regional Sales</a:t>
            </a:r>
            <a:endParaRPr/>
          </a:p>
        </p:txBody>
      </p:sp>
      <p:sp>
        <p:nvSpPr>
          <p:cNvPr id="333" name="Google Shape;333;p43"/>
          <p:cNvSpPr txBox="1">
            <a:spLocks noGrp="1"/>
          </p:cNvSpPr>
          <p:nvPr>
            <p:ph type="sldNum" idx="12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334" name="Google Shape;334;p43"/>
          <p:cNvSpPr txBox="1"/>
          <p:nvPr/>
        </p:nvSpPr>
        <p:spPr>
          <a:xfrm>
            <a:off x="3367050" y="40226"/>
            <a:ext cx="240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Ecommerce Website</a:t>
            </a:r>
            <a:endParaRPr sz="1600" b="1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35" name="Google Shape;335;p43" title="Screenshot 2026-01-20 1055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4688" y="1183775"/>
            <a:ext cx="6674631" cy="384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4"/>
          <p:cNvSpPr txBox="1">
            <a:spLocks noGrp="1"/>
          </p:cNvSpPr>
          <p:nvPr>
            <p:ph type="title"/>
          </p:nvPr>
        </p:nvSpPr>
        <p:spPr>
          <a:xfrm>
            <a:off x="390550" y="818100"/>
            <a:ext cx="4685700" cy="9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Category Analysis</a:t>
            </a:r>
            <a:endParaRPr/>
          </a:p>
        </p:txBody>
      </p:sp>
      <p:sp>
        <p:nvSpPr>
          <p:cNvPr id="341" name="Google Shape;341;p44"/>
          <p:cNvSpPr txBox="1">
            <a:spLocks noGrp="1"/>
          </p:cNvSpPr>
          <p:nvPr>
            <p:ph type="body" idx="1"/>
          </p:nvPr>
        </p:nvSpPr>
        <p:spPr>
          <a:xfrm>
            <a:off x="390550" y="2499775"/>
            <a:ext cx="3755400" cy="23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Clothing </a:t>
            </a:r>
            <a:r>
              <a:rPr lang="en" sz="1200"/>
              <a:t>Category has the highest number of orders among the Category List.</a:t>
            </a:r>
            <a:endParaRPr sz="12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Top 3 </a:t>
            </a:r>
            <a:r>
              <a:rPr lang="en" sz="1200"/>
              <a:t>Category by number of orders are </a:t>
            </a:r>
            <a:r>
              <a:rPr lang="en" sz="1200" b="1"/>
              <a:t>Clothing, Books, and Grocery </a:t>
            </a:r>
            <a:r>
              <a:rPr lang="en" sz="1200"/>
              <a:t>with </a:t>
            </a:r>
            <a:r>
              <a:rPr lang="en" sz="1200" b="1"/>
              <a:t>62966, 62775, and 62667 </a:t>
            </a:r>
            <a:r>
              <a:rPr lang="en" sz="1200"/>
              <a:t>orders respectively.</a:t>
            </a:r>
            <a:endParaRPr sz="12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Sports &amp; Furniture </a:t>
            </a:r>
            <a:r>
              <a:rPr lang="en" sz="1200"/>
              <a:t>has the lowest orders (i.e. </a:t>
            </a:r>
            <a:r>
              <a:rPr lang="en" sz="1200" b="1"/>
              <a:t>62137 &amp; 62143</a:t>
            </a:r>
            <a:r>
              <a:rPr lang="en" sz="1200"/>
              <a:t>) respectively.</a:t>
            </a:r>
            <a:endParaRPr sz="12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As per the Category Sales Report, each Category getting approx. </a:t>
            </a:r>
            <a:r>
              <a:rPr lang="en" sz="1200" b="1"/>
              <a:t>62000</a:t>
            </a:r>
            <a:r>
              <a:rPr lang="en" sz="1200"/>
              <a:t> orders.</a:t>
            </a:r>
            <a:endParaRPr sz="1200"/>
          </a:p>
        </p:txBody>
      </p:sp>
      <p:sp>
        <p:nvSpPr>
          <p:cNvPr id="342" name="Google Shape;342;p44"/>
          <p:cNvSpPr txBox="1">
            <a:spLocks noGrp="1"/>
          </p:cNvSpPr>
          <p:nvPr>
            <p:ph type="sldNum" idx="12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343" name="Google Shape;343;p44"/>
          <p:cNvSpPr txBox="1"/>
          <p:nvPr/>
        </p:nvSpPr>
        <p:spPr>
          <a:xfrm>
            <a:off x="3367050" y="40226"/>
            <a:ext cx="240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Ecommerce Website</a:t>
            </a:r>
            <a:endParaRPr sz="1600" b="1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4" name="Google Shape;344;p44"/>
          <p:cNvSpPr txBox="1">
            <a:spLocks noGrp="1"/>
          </p:cNvSpPr>
          <p:nvPr>
            <p:ph type="title"/>
          </p:nvPr>
        </p:nvSpPr>
        <p:spPr>
          <a:xfrm>
            <a:off x="390550" y="1920375"/>
            <a:ext cx="3755400" cy="51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Key Points :-</a:t>
            </a:r>
            <a:endParaRPr sz="2400"/>
          </a:p>
        </p:txBody>
      </p:sp>
      <p:pic>
        <p:nvPicPr>
          <p:cNvPr id="345" name="Google Shape;345;p44" title="Screenshot 2026-01-20 121432.png"/>
          <p:cNvPicPr preferRelativeResize="0"/>
          <p:nvPr/>
        </p:nvPicPr>
        <p:blipFill rotWithShape="1">
          <a:blip r:embed="rId3">
            <a:alphaModFix/>
          </a:blip>
          <a:srcRect l="4053" t="1563" r="3610" b="1320"/>
          <a:stretch/>
        </p:blipFill>
        <p:spPr>
          <a:xfrm>
            <a:off x="4185075" y="1664075"/>
            <a:ext cx="4829350" cy="321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5"/>
          <p:cNvSpPr txBox="1">
            <a:spLocks noGrp="1"/>
          </p:cNvSpPr>
          <p:nvPr>
            <p:ph type="sldNum" idx="12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351" name="Google Shape;351;p45"/>
          <p:cNvSpPr txBox="1"/>
          <p:nvPr/>
        </p:nvSpPr>
        <p:spPr>
          <a:xfrm>
            <a:off x="3367050" y="40226"/>
            <a:ext cx="240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Ecommerce Website</a:t>
            </a:r>
            <a:endParaRPr sz="1600" b="1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52" name="Google Shape;352;p45" title="Screenshot 2026-01-20 125611.png"/>
          <p:cNvPicPr preferRelativeResize="0"/>
          <p:nvPr/>
        </p:nvPicPr>
        <p:blipFill rotWithShape="1">
          <a:blip r:embed="rId3">
            <a:alphaModFix/>
          </a:blip>
          <a:srcRect l="2079" t="4852" r="748"/>
          <a:stretch/>
        </p:blipFill>
        <p:spPr>
          <a:xfrm>
            <a:off x="3529850" y="991725"/>
            <a:ext cx="5454476" cy="3866026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45"/>
          <p:cNvSpPr txBox="1">
            <a:spLocks noGrp="1"/>
          </p:cNvSpPr>
          <p:nvPr>
            <p:ph type="title"/>
          </p:nvPr>
        </p:nvSpPr>
        <p:spPr>
          <a:xfrm>
            <a:off x="2691475" y="471325"/>
            <a:ext cx="3761100" cy="34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Archivo"/>
                <a:ea typeface="Archivo"/>
                <a:cs typeface="Archivo"/>
                <a:sym typeface="Archivo"/>
              </a:rPr>
              <a:t>Category By Region</a:t>
            </a:r>
            <a:endParaRPr sz="2400" b="1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54" name="Google Shape;354;p45"/>
          <p:cNvSpPr txBox="1">
            <a:spLocks noGrp="1"/>
          </p:cNvSpPr>
          <p:nvPr>
            <p:ph type="body" idx="4294967295"/>
          </p:nvPr>
        </p:nvSpPr>
        <p:spPr>
          <a:xfrm>
            <a:off x="148350" y="1738268"/>
            <a:ext cx="3331200" cy="3081600"/>
          </a:xfrm>
          <a:prstGeom prst="rect">
            <a:avLst/>
          </a:prstGeom>
        </p:spPr>
        <p:txBody>
          <a:bodyPr spcFirstLastPara="1" wrap="square" lIns="86550" tIns="86550" rIns="86550" bIns="86550" anchor="t" anchorCtr="0">
            <a:noAutofit/>
          </a:bodyPr>
          <a:lstStyle/>
          <a:p>
            <a:pPr marL="432802" lvl="0" indent="-29522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41"/>
              <a:buChar char="●"/>
            </a:pPr>
            <a:r>
              <a:rPr lang="en" sz="1241" b="1"/>
              <a:t>East</a:t>
            </a:r>
            <a:r>
              <a:rPr lang="en" sz="1241"/>
              <a:t> </a:t>
            </a:r>
            <a:r>
              <a:rPr lang="en" sz="1241" b="1"/>
              <a:t>Region</a:t>
            </a:r>
            <a:r>
              <a:rPr lang="en" sz="1241">
                <a:solidFill>
                  <a:schemeClr val="lt1"/>
                </a:solidFill>
              </a:rPr>
              <a:t> perform the best in each Category as per the Category Orders Report.</a:t>
            </a:r>
            <a:endParaRPr sz="1241">
              <a:solidFill>
                <a:schemeClr val="lt1"/>
              </a:solidFill>
            </a:endParaRPr>
          </a:p>
          <a:p>
            <a:pPr marL="432802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41">
              <a:solidFill>
                <a:schemeClr val="lt1"/>
              </a:solidFill>
            </a:endParaRPr>
          </a:p>
          <a:p>
            <a:pPr marL="432802" lvl="0" indent="-29522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41"/>
              <a:buChar char="●"/>
            </a:pPr>
            <a:r>
              <a:rPr lang="en" sz="1241" b="1"/>
              <a:t>Central, North, &amp; South Region</a:t>
            </a:r>
            <a:r>
              <a:rPr lang="en" sz="1241" b="1">
                <a:solidFill>
                  <a:schemeClr val="lt1"/>
                </a:solidFill>
              </a:rPr>
              <a:t> </a:t>
            </a:r>
            <a:r>
              <a:rPr lang="en" sz="1241">
                <a:solidFill>
                  <a:schemeClr val="lt1"/>
                </a:solidFill>
              </a:rPr>
              <a:t>in each</a:t>
            </a:r>
            <a:r>
              <a:rPr lang="en" sz="1241" b="1">
                <a:solidFill>
                  <a:schemeClr val="lt1"/>
                </a:solidFill>
              </a:rPr>
              <a:t> </a:t>
            </a:r>
            <a:r>
              <a:rPr lang="en" sz="1241">
                <a:solidFill>
                  <a:schemeClr val="lt1"/>
                </a:solidFill>
              </a:rPr>
              <a:t>Category are nearly Constant.</a:t>
            </a:r>
            <a:endParaRPr sz="1241">
              <a:solidFill>
                <a:schemeClr val="lt1"/>
              </a:solidFill>
            </a:endParaRPr>
          </a:p>
          <a:p>
            <a:pPr marL="432802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41">
              <a:solidFill>
                <a:schemeClr val="lt1"/>
              </a:solidFill>
            </a:endParaRPr>
          </a:p>
          <a:p>
            <a:pPr marL="432802" lvl="0" indent="-29522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41"/>
              <a:buChar char="●"/>
            </a:pPr>
            <a:r>
              <a:rPr lang="en" sz="1241" b="1"/>
              <a:t>West Region</a:t>
            </a:r>
            <a:r>
              <a:rPr lang="en" sz="1241">
                <a:solidFill>
                  <a:schemeClr val="lt1"/>
                </a:solidFill>
              </a:rPr>
              <a:t> perform worst in each Category when grouped by number of Orders.</a:t>
            </a:r>
            <a:endParaRPr sz="1241">
              <a:solidFill>
                <a:schemeClr val="lt1"/>
              </a:solidFill>
            </a:endParaRPr>
          </a:p>
          <a:p>
            <a:pPr marL="432802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41">
              <a:solidFill>
                <a:schemeClr val="lt1"/>
              </a:solidFill>
            </a:endParaRPr>
          </a:p>
          <a:p>
            <a:pPr marL="432802" lvl="0" indent="-29522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41"/>
              <a:buChar char="●"/>
            </a:pPr>
            <a:r>
              <a:rPr lang="en" sz="1241">
                <a:solidFill>
                  <a:schemeClr val="lt1"/>
                </a:solidFill>
              </a:rPr>
              <a:t>As per the Category Sales Report, we must focus on </a:t>
            </a:r>
            <a:r>
              <a:rPr lang="en" sz="1241" b="1"/>
              <a:t>Increasing the sales in West Region</a:t>
            </a:r>
            <a:r>
              <a:rPr lang="en" sz="1241">
                <a:solidFill>
                  <a:schemeClr val="lt1"/>
                </a:solidFill>
              </a:rPr>
              <a:t>.</a:t>
            </a:r>
            <a:endParaRPr sz="1241">
              <a:solidFill>
                <a:schemeClr val="lt1"/>
              </a:solidFill>
            </a:endParaRPr>
          </a:p>
        </p:txBody>
      </p:sp>
      <p:sp>
        <p:nvSpPr>
          <p:cNvPr id="355" name="Google Shape;355;p45"/>
          <p:cNvSpPr txBox="1">
            <a:spLocks noGrp="1"/>
          </p:cNvSpPr>
          <p:nvPr>
            <p:ph type="title"/>
          </p:nvPr>
        </p:nvSpPr>
        <p:spPr>
          <a:xfrm>
            <a:off x="148350" y="1029600"/>
            <a:ext cx="3331200" cy="708600"/>
          </a:xfrm>
          <a:prstGeom prst="rect">
            <a:avLst/>
          </a:prstGeom>
        </p:spPr>
        <p:txBody>
          <a:bodyPr spcFirstLastPara="1" wrap="square" lIns="86550" tIns="86550" rIns="86550" bIns="8655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71"/>
              <a:t>Key Points :-</a:t>
            </a:r>
            <a:endParaRPr sz="227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6"/>
          <p:cNvSpPr txBox="1">
            <a:spLocks noGrp="1"/>
          </p:cNvSpPr>
          <p:nvPr>
            <p:ph type="title"/>
          </p:nvPr>
        </p:nvSpPr>
        <p:spPr>
          <a:xfrm>
            <a:off x="390550" y="818100"/>
            <a:ext cx="4307400" cy="9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Analysis</a:t>
            </a:r>
            <a:endParaRPr/>
          </a:p>
        </p:txBody>
      </p:sp>
      <p:sp>
        <p:nvSpPr>
          <p:cNvPr id="361" name="Google Shape;361;p46"/>
          <p:cNvSpPr txBox="1">
            <a:spLocks noGrp="1"/>
          </p:cNvSpPr>
          <p:nvPr>
            <p:ph type="body" idx="1"/>
          </p:nvPr>
        </p:nvSpPr>
        <p:spPr>
          <a:xfrm>
            <a:off x="390550" y="2571750"/>
            <a:ext cx="3755400" cy="22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Cap</a:t>
            </a:r>
            <a:r>
              <a:rPr lang="en" sz="1200"/>
              <a:t> has the highest orders followed by Tie, Shorts, and so on.</a:t>
            </a:r>
            <a:endParaRPr sz="12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Cap </a:t>
            </a:r>
            <a:r>
              <a:rPr lang="en" sz="1200"/>
              <a:t>has </a:t>
            </a:r>
            <a:r>
              <a:rPr lang="en" sz="1200" b="1"/>
              <a:t>2569 </a:t>
            </a:r>
            <a:r>
              <a:rPr lang="en" sz="1200"/>
              <a:t>orders over the</a:t>
            </a:r>
            <a:r>
              <a:rPr lang="en" sz="1200" b="1"/>
              <a:t> 5 </a:t>
            </a:r>
            <a:r>
              <a:rPr lang="en" sz="1200"/>
              <a:t>Regions.</a:t>
            </a:r>
            <a:endParaRPr sz="12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Top 3 </a:t>
            </a:r>
            <a:r>
              <a:rPr lang="en" sz="1200"/>
              <a:t>has </a:t>
            </a:r>
            <a:r>
              <a:rPr lang="en" sz="1200" b="1"/>
              <a:t>2500 </a:t>
            </a:r>
            <a:r>
              <a:rPr lang="en" sz="1200"/>
              <a:t>orders each while other 7 has </a:t>
            </a:r>
            <a:r>
              <a:rPr lang="en" sz="1200" b="1"/>
              <a:t>1300 </a:t>
            </a:r>
            <a:r>
              <a:rPr lang="en" sz="1200"/>
              <a:t>orders each.</a:t>
            </a:r>
            <a:endParaRPr sz="12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 </a:t>
            </a:r>
            <a:r>
              <a:rPr lang="en" sz="1200" b="1"/>
              <a:t>Cap, Tie, &amp; Scarf </a:t>
            </a:r>
            <a:r>
              <a:rPr lang="en" sz="1200"/>
              <a:t> are Common Top Products in </a:t>
            </a:r>
            <a:r>
              <a:rPr lang="en" sz="1200" b="1"/>
              <a:t>East Region</a:t>
            </a:r>
            <a:r>
              <a:rPr lang="en" sz="1200"/>
              <a:t> compared to the Overall Top 10 ordered products.</a:t>
            </a:r>
            <a:endParaRPr sz="1200"/>
          </a:p>
        </p:txBody>
      </p:sp>
      <p:sp>
        <p:nvSpPr>
          <p:cNvPr id="362" name="Google Shape;362;p46"/>
          <p:cNvSpPr txBox="1">
            <a:spLocks noGrp="1"/>
          </p:cNvSpPr>
          <p:nvPr>
            <p:ph type="sldNum" idx="12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363" name="Google Shape;363;p46"/>
          <p:cNvSpPr txBox="1"/>
          <p:nvPr/>
        </p:nvSpPr>
        <p:spPr>
          <a:xfrm>
            <a:off x="3367050" y="40226"/>
            <a:ext cx="240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Ecommerce Website</a:t>
            </a:r>
            <a:endParaRPr sz="1600" b="1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4" name="Google Shape;364;p46"/>
          <p:cNvSpPr txBox="1">
            <a:spLocks noGrp="1"/>
          </p:cNvSpPr>
          <p:nvPr>
            <p:ph type="title"/>
          </p:nvPr>
        </p:nvSpPr>
        <p:spPr>
          <a:xfrm>
            <a:off x="390550" y="2054550"/>
            <a:ext cx="3755400" cy="51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Key Points :-</a:t>
            </a:r>
            <a:endParaRPr sz="2400"/>
          </a:p>
        </p:txBody>
      </p:sp>
      <p:grpSp>
        <p:nvGrpSpPr>
          <p:cNvPr id="365" name="Google Shape;365;p46"/>
          <p:cNvGrpSpPr/>
          <p:nvPr/>
        </p:nvGrpSpPr>
        <p:grpSpPr>
          <a:xfrm>
            <a:off x="5811925" y="818100"/>
            <a:ext cx="2692500" cy="4115400"/>
            <a:chOff x="5759125" y="818100"/>
            <a:chExt cx="2692500" cy="4115400"/>
          </a:xfrm>
        </p:grpSpPr>
        <p:sp>
          <p:nvSpPr>
            <p:cNvPr id="366" name="Google Shape;366;p46"/>
            <p:cNvSpPr/>
            <p:nvPr/>
          </p:nvSpPr>
          <p:spPr>
            <a:xfrm>
              <a:off x="5759125" y="818100"/>
              <a:ext cx="2692500" cy="4115400"/>
            </a:xfrm>
            <a:prstGeom prst="roundRect">
              <a:avLst>
                <a:gd name="adj" fmla="val 11028"/>
              </a:avLst>
            </a:prstGeom>
            <a:gradFill>
              <a:gsLst>
                <a:gs pos="0">
                  <a:srgbClr val="5A2A08"/>
                </a:gs>
                <a:gs pos="100000">
                  <a:srgbClr val="8A3900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35560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Char char="●"/>
              </a:pPr>
              <a:r>
                <a:rPr lang="en" sz="2000">
                  <a:solidFill>
                    <a:schemeClr val="lt1"/>
                  </a:solidFill>
                </a:rPr>
                <a:t>Cap</a:t>
              </a:r>
              <a:endParaRPr sz="2000">
                <a:solidFill>
                  <a:schemeClr val="lt1"/>
                </a:solidFill>
              </a:endParaRPr>
            </a:p>
            <a:p>
              <a:pPr marL="457200" lvl="0" indent="-35560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Char char="●"/>
              </a:pPr>
              <a:r>
                <a:rPr lang="en" sz="2000">
                  <a:solidFill>
                    <a:schemeClr val="lt1"/>
                  </a:solidFill>
                </a:rPr>
                <a:t>Tie</a:t>
              </a:r>
              <a:endParaRPr sz="2000">
                <a:solidFill>
                  <a:schemeClr val="lt1"/>
                </a:solidFill>
              </a:endParaRPr>
            </a:p>
            <a:p>
              <a:pPr marL="457200" lvl="0" indent="-35560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Char char="●"/>
              </a:pPr>
              <a:r>
                <a:rPr lang="en" sz="2000">
                  <a:solidFill>
                    <a:schemeClr val="lt1"/>
                  </a:solidFill>
                </a:rPr>
                <a:t>Shorts</a:t>
              </a:r>
              <a:endParaRPr sz="2000">
                <a:solidFill>
                  <a:schemeClr val="lt1"/>
                </a:solidFill>
              </a:endParaRPr>
            </a:p>
            <a:p>
              <a:pPr marL="457200" lvl="0" indent="-35560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Char char="●"/>
              </a:pPr>
              <a:r>
                <a:rPr lang="en" sz="2000">
                  <a:solidFill>
                    <a:schemeClr val="lt1"/>
                  </a:solidFill>
                </a:rPr>
                <a:t>Religion Book</a:t>
              </a:r>
              <a:endParaRPr sz="2000">
                <a:solidFill>
                  <a:schemeClr val="lt1"/>
                </a:solidFill>
              </a:endParaRPr>
            </a:p>
            <a:p>
              <a:pPr marL="457200" lvl="0" indent="-35560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Char char="●"/>
              </a:pPr>
              <a:r>
                <a:rPr lang="en" sz="2000">
                  <a:solidFill>
                    <a:schemeClr val="lt1"/>
                  </a:solidFill>
                </a:rPr>
                <a:t>Knee Guard</a:t>
              </a:r>
              <a:endParaRPr sz="2000">
                <a:solidFill>
                  <a:schemeClr val="lt1"/>
                </a:solidFill>
              </a:endParaRPr>
            </a:p>
            <a:p>
              <a:pPr marL="457200" lvl="0" indent="-35560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Char char="●"/>
              </a:pPr>
              <a:r>
                <a:rPr lang="en" sz="2000">
                  <a:solidFill>
                    <a:schemeClr val="lt1"/>
                  </a:solidFill>
                </a:rPr>
                <a:t>Ring</a:t>
              </a:r>
              <a:endParaRPr sz="2000">
                <a:solidFill>
                  <a:schemeClr val="lt1"/>
                </a:solidFill>
              </a:endParaRPr>
            </a:p>
            <a:p>
              <a:pPr marL="457200" lvl="0" indent="-35560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Char char="●"/>
              </a:pPr>
              <a:r>
                <a:rPr lang="en" sz="2000">
                  <a:solidFill>
                    <a:schemeClr val="lt1"/>
                  </a:solidFill>
                </a:rPr>
                <a:t>Art &amp; Craft Kit</a:t>
              </a:r>
              <a:endParaRPr sz="2000">
                <a:solidFill>
                  <a:schemeClr val="lt1"/>
                </a:solidFill>
              </a:endParaRPr>
            </a:p>
            <a:p>
              <a:pPr marL="457200" lvl="0" indent="-35560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Char char="●"/>
              </a:pPr>
              <a:r>
                <a:rPr lang="en" sz="2000">
                  <a:solidFill>
                    <a:schemeClr val="lt1"/>
                  </a:solidFill>
                </a:rPr>
                <a:t>Scarf</a:t>
              </a:r>
              <a:endParaRPr sz="2000">
                <a:solidFill>
                  <a:schemeClr val="lt1"/>
                </a:solidFill>
              </a:endParaRPr>
            </a:p>
            <a:p>
              <a:pPr marL="457200" lvl="0" indent="-35560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Char char="●"/>
              </a:pPr>
              <a:r>
                <a:rPr lang="en" sz="2000">
                  <a:solidFill>
                    <a:schemeClr val="lt1"/>
                  </a:solidFill>
                </a:rPr>
                <a:t>Toy Microphone</a:t>
              </a:r>
              <a:endParaRPr sz="2000">
                <a:solidFill>
                  <a:schemeClr val="lt1"/>
                </a:solidFill>
              </a:endParaRPr>
            </a:p>
            <a:p>
              <a:pPr marL="457200" lvl="0" indent="-35560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Char char="●"/>
              </a:pPr>
              <a:r>
                <a:rPr lang="en" sz="2000">
                  <a:solidFill>
                    <a:schemeClr val="lt1"/>
                  </a:solidFill>
                </a:rPr>
                <a:t>Children StoryBook</a:t>
              </a:r>
              <a:endParaRPr sz="2000">
                <a:solidFill>
                  <a:schemeClr val="lt1"/>
                </a:solidFill>
              </a:endParaRPr>
            </a:p>
          </p:txBody>
        </p:sp>
        <p:sp>
          <p:nvSpPr>
            <p:cNvPr id="367" name="Google Shape;367;p46"/>
            <p:cNvSpPr txBox="1"/>
            <p:nvPr/>
          </p:nvSpPr>
          <p:spPr>
            <a:xfrm>
              <a:off x="5759125" y="906143"/>
              <a:ext cx="2658300" cy="34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EFCBB2"/>
                  </a:solidFill>
                  <a:latin typeface="Arsenal"/>
                  <a:ea typeface="Arsenal"/>
                  <a:cs typeface="Arsenal"/>
                  <a:sym typeface="Arsenal"/>
                </a:rPr>
                <a:t>Top 10 Products</a:t>
              </a:r>
              <a:endParaRPr sz="1800" b="1">
                <a:solidFill>
                  <a:srgbClr val="EFCBB2"/>
                </a:solidFill>
                <a:latin typeface="Arsenal"/>
                <a:ea typeface="Arsenal"/>
                <a:cs typeface="Arsenal"/>
                <a:sym typeface="Arsenal"/>
              </a:endParaRPr>
            </a:p>
          </p:txBody>
        </p:sp>
      </p:grpSp>
      <p:cxnSp>
        <p:nvCxnSpPr>
          <p:cNvPr id="368" name="Google Shape;368;p46"/>
          <p:cNvCxnSpPr/>
          <p:nvPr/>
        </p:nvCxnSpPr>
        <p:spPr>
          <a:xfrm>
            <a:off x="5864737" y="1217200"/>
            <a:ext cx="2586900" cy="0"/>
          </a:xfrm>
          <a:prstGeom prst="straightConnector1">
            <a:avLst/>
          </a:prstGeom>
          <a:noFill/>
          <a:ln w="9525" cap="flat" cmpd="sng">
            <a:solidFill>
              <a:srgbClr val="EFCBB2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7"/>
          <p:cNvSpPr txBox="1">
            <a:spLocks noGrp="1"/>
          </p:cNvSpPr>
          <p:nvPr>
            <p:ph type="sldNum" idx="12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374" name="Google Shape;374;p47"/>
          <p:cNvSpPr txBox="1"/>
          <p:nvPr/>
        </p:nvSpPr>
        <p:spPr>
          <a:xfrm>
            <a:off x="3367050" y="40226"/>
            <a:ext cx="240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Ecommerce Website</a:t>
            </a:r>
            <a:endParaRPr sz="1600" b="1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5" name="Google Shape;375;p47"/>
          <p:cNvSpPr txBox="1">
            <a:spLocks noGrp="1"/>
          </p:cNvSpPr>
          <p:nvPr>
            <p:ph type="title"/>
          </p:nvPr>
        </p:nvSpPr>
        <p:spPr>
          <a:xfrm>
            <a:off x="54350" y="818075"/>
            <a:ext cx="3853800" cy="87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Profit Analysis</a:t>
            </a:r>
            <a:endParaRPr/>
          </a:p>
        </p:txBody>
      </p:sp>
      <p:sp>
        <p:nvSpPr>
          <p:cNvPr id="376" name="Google Shape;376;p47"/>
          <p:cNvSpPr txBox="1">
            <a:spLocks noGrp="1"/>
          </p:cNvSpPr>
          <p:nvPr>
            <p:ph type="body" idx="4294967295"/>
          </p:nvPr>
        </p:nvSpPr>
        <p:spPr>
          <a:xfrm>
            <a:off x="152750" y="1960725"/>
            <a:ext cx="3755400" cy="30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</a:t>
            </a:r>
            <a:r>
              <a:rPr lang="en" sz="1200" b="1"/>
              <a:t>8 </a:t>
            </a:r>
            <a:r>
              <a:rPr lang="en" sz="1200"/>
              <a:t>Category has total </a:t>
            </a:r>
            <a:r>
              <a:rPr lang="en" sz="1200" b="1"/>
              <a:t>400 </a:t>
            </a:r>
            <a:r>
              <a:rPr lang="en" sz="1200"/>
              <a:t>products.</a:t>
            </a:r>
            <a:endParaRPr sz="12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Ring </a:t>
            </a:r>
            <a:r>
              <a:rPr lang="en" sz="1200"/>
              <a:t>is One of the Top Ordered Product but the </a:t>
            </a:r>
            <a:r>
              <a:rPr lang="en" sz="1200" b="1"/>
              <a:t>Profit</a:t>
            </a:r>
            <a:r>
              <a:rPr lang="en" sz="1200"/>
              <a:t> on Ring is Least.</a:t>
            </a:r>
            <a:endParaRPr sz="12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Clothing </a:t>
            </a:r>
            <a:r>
              <a:rPr lang="en" sz="1200"/>
              <a:t>Category is One of the most Ordered Category and  Profitable Category as per Profit Analysis Report.</a:t>
            </a:r>
            <a:endParaRPr sz="12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Furniture </a:t>
            </a:r>
            <a:r>
              <a:rPr lang="en" sz="1200"/>
              <a:t>is the Least Ordered Category but as per Profit Sales Report, it has good Profit Margin.</a:t>
            </a:r>
            <a:endParaRPr sz="12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As per the Profit Sales Report, we are gaining most profits from </a:t>
            </a:r>
            <a:r>
              <a:rPr lang="en" sz="1200" b="1"/>
              <a:t>Books, Grocery, Clothing, and Accessories</a:t>
            </a:r>
            <a:r>
              <a:rPr lang="en" sz="1200"/>
              <a:t>.</a:t>
            </a:r>
            <a:endParaRPr sz="1200"/>
          </a:p>
        </p:txBody>
      </p:sp>
      <p:sp>
        <p:nvSpPr>
          <p:cNvPr id="377" name="Google Shape;377;p47"/>
          <p:cNvSpPr txBox="1">
            <a:spLocks noGrp="1"/>
          </p:cNvSpPr>
          <p:nvPr>
            <p:ph type="title"/>
          </p:nvPr>
        </p:nvSpPr>
        <p:spPr>
          <a:xfrm>
            <a:off x="54350" y="1588450"/>
            <a:ext cx="3755400" cy="43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Key Points :-</a:t>
            </a:r>
            <a:endParaRPr sz="2400"/>
          </a:p>
        </p:txBody>
      </p:sp>
      <p:grpSp>
        <p:nvGrpSpPr>
          <p:cNvPr id="378" name="Google Shape;378;p47"/>
          <p:cNvGrpSpPr/>
          <p:nvPr/>
        </p:nvGrpSpPr>
        <p:grpSpPr>
          <a:xfrm>
            <a:off x="6583437" y="818064"/>
            <a:ext cx="2560580" cy="4002451"/>
            <a:chOff x="6540663" y="823612"/>
            <a:chExt cx="2560580" cy="4022159"/>
          </a:xfrm>
        </p:grpSpPr>
        <p:grpSp>
          <p:nvGrpSpPr>
            <p:cNvPr id="379" name="Google Shape;379;p47"/>
            <p:cNvGrpSpPr/>
            <p:nvPr/>
          </p:nvGrpSpPr>
          <p:grpSpPr>
            <a:xfrm>
              <a:off x="6540663" y="823612"/>
              <a:ext cx="2560580" cy="4022159"/>
              <a:chOff x="5811925" y="744615"/>
              <a:chExt cx="2692513" cy="4229400"/>
            </a:xfrm>
          </p:grpSpPr>
          <p:sp>
            <p:nvSpPr>
              <p:cNvPr id="380" name="Google Shape;380;p47"/>
              <p:cNvSpPr/>
              <p:nvPr/>
            </p:nvSpPr>
            <p:spPr>
              <a:xfrm>
                <a:off x="5811938" y="744615"/>
                <a:ext cx="2692500" cy="4229400"/>
              </a:xfrm>
              <a:prstGeom prst="roundRect">
                <a:avLst>
                  <a:gd name="adj" fmla="val 11028"/>
                </a:avLst>
              </a:prstGeom>
              <a:gradFill>
                <a:gsLst>
                  <a:gs pos="0">
                    <a:srgbClr val="424242"/>
                  </a:gs>
                  <a:gs pos="100000">
                    <a:srgbClr val="01010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86950" tIns="86950" rIns="86950" bIns="86950" anchor="ctr" anchorCtr="0">
                <a:noAutofit/>
              </a:bodyPr>
              <a:lstStyle/>
              <a:p>
                <a:pPr marL="434793" lvl="0" indent="-331821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2"/>
                  <a:buFont typeface="Arial"/>
                  <a:buChar char="●"/>
                </a:pPr>
                <a:r>
                  <a:rPr lang="en" sz="1801">
                    <a:solidFill>
                      <a:schemeClr val="lt1"/>
                    </a:solidFill>
                  </a:rPr>
                  <a:t>Bluetooth Speak</a:t>
                </a:r>
                <a:endParaRPr sz="1801">
                  <a:solidFill>
                    <a:schemeClr val="lt1"/>
                  </a:solidFill>
                </a:endParaRPr>
              </a:p>
              <a:p>
                <a:pPr marL="434793" lvl="0" indent="-331821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2"/>
                  <a:buChar char="●"/>
                </a:pPr>
                <a:r>
                  <a:rPr lang="en" sz="1801">
                    <a:solidFill>
                      <a:schemeClr val="lt1"/>
                    </a:solidFill>
                  </a:rPr>
                  <a:t>Umbrella</a:t>
                </a:r>
                <a:endParaRPr sz="1801">
                  <a:solidFill>
                    <a:schemeClr val="lt1"/>
                  </a:solidFill>
                </a:endParaRPr>
              </a:p>
              <a:p>
                <a:pPr marL="434793" lvl="0" indent="-331821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2"/>
                  <a:buChar char="●"/>
                </a:pPr>
                <a:r>
                  <a:rPr lang="en" sz="1801">
                    <a:solidFill>
                      <a:schemeClr val="lt1"/>
                    </a:solidFill>
                  </a:rPr>
                  <a:t>Tea Powder</a:t>
                </a:r>
                <a:endParaRPr sz="1801">
                  <a:solidFill>
                    <a:schemeClr val="lt1"/>
                  </a:solidFill>
                </a:endParaRPr>
              </a:p>
              <a:p>
                <a:pPr marL="434793" lvl="0" indent="-331821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2"/>
                  <a:buChar char="●"/>
                </a:pPr>
                <a:r>
                  <a:rPr lang="en" sz="1801">
                    <a:solidFill>
                      <a:schemeClr val="lt1"/>
                    </a:solidFill>
                  </a:rPr>
                  <a:t>Bar stool</a:t>
                </a:r>
                <a:endParaRPr sz="1801">
                  <a:solidFill>
                    <a:schemeClr val="lt1"/>
                  </a:solidFill>
                </a:endParaRPr>
              </a:p>
              <a:p>
                <a:pPr marL="434793" lvl="0" indent="-331821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2"/>
                  <a:buChar char="●"/>
                </a:pPr>
                <a:r>
                  <a:rPr lang="en" sz="1801">
                    <a:solidFill>
                      <a:schemeClr val="lt1"/>
                    </a:solidFill>
                  </a:rPr>
                  <a:t>Wrist Watch</a:t>
                </a:r>
                <a:endParaRPr sz="1801">
                  <a:solidFill>
                    <a:schemeClr val="lt1"/>
                  </a:solidFill>
                </a:endParaRPr>
              </a:p>
              <a:p>
                <a:pPr marL="434793" lvl="0" indent="-331821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2"/>
                  <a:buChar char="●"/>
                </a:pPr>
                <a:r>
                  <a:rPr lang="en" sz="1801">
                    <a:solidFill>
                      <a:schemeClr val="lt1"/>
                    </a:solidFill>
                  </a:rPr>
                  <a:t>Printer</a:t>
                </a:r>
                <a:endParaRPr sz="1801">
                  <a:solidFill>
                    <a:schemeClr val="lt1"/>
                  </a:solidFill>
                </a:endParaRPr>
              </a:p>
              <a:p>
                <a:pPr marL="434793" lvl="0" indent="-331821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2"/>
                  <a:buChar char="●"/>
                </a:pPr>
                <a:r>
                  <a:rPr lang="en" sz="1801">
                    <a:solidFill>
                      <a:schemeClr val="lt1"/>
                    </a:solidFill>
                  </a:rPr>
                  <a:t>Skirt</a:t>
                </a:r>
                <a:endParaRPr sz="1801">
                  <a:solidFill>
                    <a:schemeClr val="lt1"/>
                  </a:solidFill>
                </a:endParaRPr>
              </a:p>
              <a:p>
                <a:pPr marL="434793" lvl="0" indent="-331821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2"/>
                  <a:buChar char="●"/>
                </a:pPr>
                <a:r>
                  <a:rPr lang="en" sz="1801">
                    <a:solidFill>
                      <a:schemeClr val="lt1"/>
                    </a:solidFill>
                  </a:rPr>
                  <a:t>Ring</a:t>
                </a:r>
                <a:endParaRPr sz="1801">
                  <a:solidFill>
                    <a:schemeClr val="lt1"/>
                  </a:solidFill>
                </a:endParaRPr>
              </a:p>
              <a:p>
                <a:pPr marL="434793" lvl="0" indent="-331821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2"/>
                  <a:buChar char="●"/>
                </a:pPr>
                <a:r>
                  <a:rPr lang="en" sz="1801">
                    <a:solidFill>
                      <a:schemeClr val="lt1"/>
                    </a:solidFill>
                  </a:rPr>
                  <a:t>Water Gun</a:t>
                </a:r>
                <a:endParaRPr sz="1801">
                  <a:solidFill>
                    <a:schemeClr val="lt1"/>
                  </a:solidFill>
                </a:endParaRPr>
              </a:p>
              <a:p>
                <a:pPr marL="434793" lvl="0" indent="-331821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2"/>
                  <a:buChar char="●"/>
                </a:pPr>
                <a:r>
                  <a:rPr lang="en" sz="1801">
                    <a:solidFill>
                      <a:schemeClr val="lt1"/>
                    </a:solidFill>
                  </a:rPr>
                  <a:t>Cricket Pads</a:t>
                </a:r>
                <a:endParaRPr sz="1801">
                  <a:solidFill>
                    <a:schemeClr val="lt1"/>
                  </a:solidFill>
                </a:endParaRPr>
              </a:p>
            </p:txBody>
          </p:sp>
          <p:sp>
            <p:nvSpPr>
              <p:cNvPr id="381" name="Google Shape;381;p47"/>
              <p:cNvSpPr txBox="1"/>
              <p:nvPr/>
            </p:nvSpPr>
            <p:spPr>
              <a:xfrm>
                <a:off x="5811925" y="874050"/>
                <a:ext cx="2658300" cy="26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11" b="1">
                    <a:solidFill>
                      <a:srgbClr val="EFCBB2"/>
                    </a:solidFill>
                    <a:latin typeface="Arsenal"/>
                    <a:ea typeface="Arsenal"/>
                    <a:cs typeface="Arsenal"/>
                    <a:sym typeface="Arsenal"/>
                  </a:rPr>
                  <a:t>Least Profitable</a:t>
                </a:r>
                <a:endParaRPr sz="1711" b="1">
                  <a:solidFill>
                    <a:srgbClr val="EFCBB2"/>
                  </a:solidFill>
                  <a:latin typeface="Arsenal"/>
                  <a:ea typeface="Arsenal"/>
                  <a:cs typeface="Arsenal"/>
                  <a:sym typeface="Arsenal"/>
                </a:endParaRPr>
              </a:p>
            </p:txBody>
          </p:sp>
        </p:grpSp>
        <p:cxnSp>
          <p:nvCxnSpPr>
            <p:cNvPr id="382" name="Google Shape;382;p47"/>
            <p:cNvCxnSpPr/>
            <p:nvPr/>
          </p:nvCxnSpPr>
          <p:spPr>
            <a:xfrm>
              <a:off x="6590887" y="1257063"/>
              <a:ext cx="2460142" cy="0"/>
            </a:xfrm>
            <a:prstGeom prst="straightConnector1">
              <a:avLst/>
            </a:prstGeom>
            <a:noFill/>
            <a:ln w="9050" cap="flat" cmpd="sng">
              <a:solidFill>
                <a:srgbClr val="EFCBB2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3" name="Google Shape;383;p47"/>
          <p:cNvGrpSpPr/>
          <p:nvPr/>
        </p:nvGrpSpPr>
        <p:grpSpPr>
          <a:xfrm>
            <a:off x="4022837" y="818064"/>
            <a:ext cx="2560580" cy="4002451"/>
            <a:chOff x="6540663" y="823612"/>
            <a:chExt cx="2560580" cy="4022159"/>
          </a:xfrm>
        </p:grpSpPr>
        <p:grpSp>
          <p:nvGrpSpPr>
            <p:cNvPr id="384" name="Google Shape;384;p47"/>
            <p:cNvGrpSpPr/>
            <p:nvPr/>
          </p:nvGrpSpPr>
          <p:grpSpPr>
            <a:xfrm>
              <a:off x="6540663" y="823612"/>
              <a:ext cx="2560580" cy="4022159"/>
              <a:chOff x="5811925" y="744615"/>
              <a:chExt cx="2692513" cy="4229400"/>
            </a:xfrm>
          </p:grpSpPr>
          <p:sp>
            <p:nvSpPr>
              <p:cNvPr id="385" name="Google Shape;385;p47"/>
              <p:cNvSpPr/>
              <p:nvPr/>
            </p:nvSpPr>
            <p:spPr>
              <a:xfrm>
                <a:off x="5811938" y="744615"/>
                <a:ext cx="2692500" cy="4229400"/>
              </a:xfrm>
              <a:prstGeom prst="roundRect">
                <a:avLst>
                  <a:gd name="adj" fmla="val 11028"/>
                </a:avLst>
              </a:prstGeom>
              <a:gradFill>
                <a:gsLst>
                  <a:gs pos="0">
                    <a:srgbClr val="424242"/>
                  </a:gs>
                  <a:gs pos="100000">
                    <a:srgbClr val="01010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86950" tIns="86950" rIns="86950" bIns="86950" anchor="ctr" anchorCtr="0">
                <a:noAutofit/>
              </a:bodyPr>
              <a:lstStyle/>
              <a:p>
                <a:pPr marL="434793" lvl="0" indent="-331821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2"/>
                  <a:buFont typeface="Arial"/>
                  <a:buChar char="●"/>
                </a:pPr>
                <a:r>
                  <a:rPr lang="en" sz="1801">
                    <a:solidFill>
                      <a:schemeClr val="lt1"/>
                    </a:solidFill>
                  </a:rPr>
                  <a:t>Cargo Pants</a:t>
                </a:r>
                <a:endParaRPr sz="1801">
                  <a:solidFill>
                    <a:schemeClr val="lt1"/>
                  </a:solidFill>
                </a:endParaRPr>
              </a:p>
              <a:p>
                <a:pPr marL="434793" lvl="0" indent="-331821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2"/>
                  <a:buChar char="●"/>
                </a:pPr>
                <a:r>
                  <a:rPr lang="en" sz="1801">
                    <a:solidFill>
                      <a:schemeClr val="lt1"/>
                    </a:solidFill>
                  </a:rPr>
                  <a:t>Biscuits</a:t>
                </a:r>
                <a:endParaRPr sz="1801">
                  <a:solidFill>
                    <a:schemeClr val="lt1"/>
                  </a:solidFill>
                </a:endParaRPr>
              </a:p>
              <a:p>
                <a:pPr marL="434793" lvl="0" indent="-331821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2"/>
                  <a:buChar char="●"/>
                </a:pPr>
                <a:r>
                  <a:rPr lang="en" sz="1801">
                    <a:solidFill>
                      <a:schemeClr val="lt1"/>
                    </a:solidFill>
                  </a:rPr>
                  <a:t>Track Pants</a:t>
                </a:r>
                <a:endParaRPr sz="1801">
                  <a:solidFill>
                    <a:schemeClr val="lt1"/>
                  </a:solidFill>
                </a:endParaRPr>
              </a:p>
              <a:p>
                <a:pPr marL="434793" lvl="0" indent="-331821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2"/>
                  <a:buChar char="●"/>
                </a:pPr>
                <a:r>
                  <a:rPr lang="en" sz="1801">
                    <a:solidFill>
                      <a:schemeClr val="lt1"/>
                    </a:solidFill>
                  </a:rPr>
                  <a:t>Anklet</a:t>
                </a:r>
                <a:endParaRPr sz="1801">
                  <a:solidFill>
                    <a:schemeClr val="lt1"/>
                  </a:solidFill>
                </a:endParaRPr>
              </a:p>
              <a:p>
                <a:pPr marL="434793" lvl="0" indent="-331821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2"/>
                  <a:buChar char="●"/>
                </a:pPr>
                <a:r>
                  <a:rPr lang="en" sz="1801">
                    <a:solidFill>
                      <a:schemeClr val="lt1"/>
                    </a:solidFill>
                  </a:rPr>
                  <a:t>Vacuum Cleaner</a:t>
                </a:r>
                <a:endParaRPr sz="1801">
                  <a:solidFill>
                    <a:schemeClr val="lt1"/>
                  </a:solidFill>
                </a:endParaRPr>
              </a:p>
              <a:p>
                <a:pPr marL="434793" lvl="0" indent="-331821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2"/>
                  <a:buChar char="●"/>
                </a:pPr>
                <a:r>
                  <a:rPr lang="en" sz="1801">
                    <a:solidFill>
                      <a:schemeClr val="lt1"/>
                    </a:solidFill>
                  </a:rPr>
                  <a:t>Kite</a:t>
                </a:r>
                <a:endParaRPr sz="1801">
                  <a:solidFill>
                    <a:schemeClr val="lt1"/>
                  </a:solidFill>
                </a:endParaRPr>
              </a:p>
              <a:p>
                <a:pPr marL="434793" lvl="0" indent="-331821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2"/>
                  <a:buChar char="●"/>
                </a:pPr>
                <a:r>
                  <a:rPr lang="en" sz="1801">
                    <a:solidFill>
                      <a:schemeClr val="lt1"/>
                    </a:solidFill>
                  </a:rPr>
                  <a:t>Wall Shelf</a:t>
                </a:r>
                <a:endParaRPr sz="1801">
                  <a:solidFill>
                    <a:schemeClr val="lt1"/>
                  </a:solidFill>
                </a:endParaRPr>
              </a:p>
              <a:p>
                <a:pPr marL="434793" lvl="0" indent="-331821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2"/>
                  <a:buChar char="●"/>
                </a:pPr>
                <a:r>
                  <a:rPr lang="en" sz="1801">
                    <a:solidFill>
                      <a:schemeClr val="lt1"/>
                    </a:solidFill>
                  </a:rPr>
                  <a:t>Anarkali Dress</a:t>
                </a:r>
                <a:endParaRPr sz="1801">
                  <a:solidFill>
                    <a:schemeClr val="lt1"/>
                  </a:solidFill>
                </a:endParaRPr>
              </a:p>
              <a:p>
                <a:pPr marL="434793" lvl="0" indent="-331821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2"/>
                  <a:buChar char="●"/>
                </a:pPr>
                <a:r>
                  <a:rPr lang="en" sz="1801">
                    <a:solidFill>
                      <a:schemeClr val="lt1"/>
                    </a:solidFill>
                  </a:rPr>
                  <a:t>Toy Camera</a:t>
                </a:r>
                <a:endParaRPr sz="1801">
                  <a:solidFill>
                    <a:schemeClr val="lt1"/>
                  </a:solidFill>
                </a:endParaRPr>
              </a:p>
              <a:p>
                <a:pPr marL="434793" lvl="0" indent="-331821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2"/>
                  <a:buChar char="●"/>
                </a:pPr>
                <a:r>
                  <a:rPr lang="en" sz="1801">
                    <a:solidFill>
                      <a:schemeClr val="lt1"/>
                    </a:solidFill>
                  </a:rPr>
                  <a:t>Blazer</a:t>
                </a:r>
                <a:endParaRPr sz="1801">
                  <a:solidFill>
                    <a:schemeClr val="lt1"/>
                  </a:solidFill>
                </a:endParaRPr>
              </a:p>
            </p:txBody>
          </p:sp>
          <p:sp>
            <p:nvSpPr>
              <p:cNvPr id="386" name="Google Shape;386;p47"/>
              <p:cNvSpPr txBox="1"/>
              <p:nvPr/>
            </p:nvSpPr>
            <p:spPr>
              <a:xfrm>
                <a:off x="5811925" y="874050"/>
                <a:ext cx="2658300" cy="26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11" b="1">
                    <a:solidFill>
                      <a:srgbClr val="EFCBB2"/>
                    </a:solidFill>
                    <a:latin typeface="Arsenal"/>
                    <a:ea typeface="Arsenal"/>
                    <a:cs typeface="Arsenal"/>
                    <a:sym typeface="Arsenal"/>
                  </a:rPr>
                  <a:t>Top Profitable</a:t>
                </a:r>
                <a:endParaRPr sz="1711" b="1">
                  <a:solidFill>
                    <a:srgbClr val="EFCBB2"/>
                  </a:solidFill>
                  <a:latin typeface="Arsenal"/>
                  <a:ea typeface="Arsenal"/>
                  <a:cs typeface="Arsenal"/>
                  <a:sym typeface="Arsenal"/>
                </a:endParaRPr>
              </a:p>
            </p:txBody>
          </p:sp>
        </p:grpSp>
        <p:cxnSp>
          <p:nvCxnSpPr>
            <p:cNvPr id="387" name="Google Shape;387;p47"/>
            <p:cNvCxnSpPr/>
            <p:nvPr/>
          </p:nvCxnSpPr>
          <p:spPr>
            <a:xfrm>
              <a:off x="6590887" y="1257063"/>
              <a:ext cx="2460000" cy="0"/>
            </a:xfrm>
            <a:prstGeom prst="straightConnector1">
              <a:avLst/>
            </a:prstGeom>
            <a:noFill/>
            <a:ln w="9050" cap="flat" cmpd="sng">
              <a:solidFill>
                <a:srgbClr val="EFCBB2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8"/>
          <p:cNvSpPr txBox="1">
            <a:spLocks noGrp="1"/>
          </p:cNvSpPr>
          <p:nvPr>
            <p:ph type="sldNum" idx="7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393" name="Google Shape;393;p48"/>
          <p:cNvSpPr txBox="1"/>
          <p:nvPr/>
        </p:nvSpPr>
        <p:spPr>
          <a:xfrm>
            <a:off x="3367050" y="40226"/>
            <a:ext cx="240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Ecommerce Website</a:t>
            </a:r>
            <a:endParaRPr sz="1600" b="1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94" name="Google Shape;394;p48"/>
          <p:cNvGrpSpPr/>
          <p:nvPr/>
        </p:nvGrpSpPr>
        <p:grpSpPr>
          <a:xfrm>
            <a:off x="877920" y="671458"/>
            <a:ext cx="7615255" cy="4201024"/>
            <a:chOff x="2087906" y="1192461"/>
            <a:chExt cx="4968199" cy="2740751"/>
          </a:xfrm>
        </p:grpSpPr>
        <p:sp>
          <p:nvSpPr>
            <p:cNvPr id="395" name="Google Shape;395;p48"/>
            <p:cNvSpPr/>
            <p:nvPr/>
          </p:nvSpPr>
          <p:spPr>
            <a:xfrm>
              <a:off x="2087906" y="1192461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396" name="Google Shape;396;p48"/>
            <p:cNvSpPr/>
            <p:nvPr/>
          </p:nvSpPr>
          <p:spPr>
            <a:xfrm>
              <a:off x="2362335" y="1192461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397" name="Google Shape;397;p48"/>
            <p:cNvSpPr/>
            <p:nvPr/>
          </p:nvSpPr>
          <p:spPr>
            <a:xfrm>
              <a:off x="2631726" y="1192461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398" name="Google Shape;398;p48"/>
            <p:cNvSpPr/>
            <p:nvPr/>
          </p:nvSpPr>
          <p:spPr>
            <a:xfrm>
              <a:off x="2906622" y="1192461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399" name="Google Shape;399;p48"/>
            <p:cNvSpPr/>
            <p:nvPr/>
          </p:nvSpPr>
          <p:spPr>
            <a:xfrm>
              <a:off x="3187021" y="1192461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00" name="Google Shape;400;p48"/>
            <p:cNvSpPr/>
            <p:nvPr/>
          </p:nvSpPr>
          <p:spPr>
            <a:xfrm>
              <a:off x="3467451" y="1192461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01" name="Google Shape;401;p48"/>
            <p:cNvSpPr/>
            <p:nvPr/>
          </p:nvSpPr>
          <p:spPr>
            <a:xfrm>
              <a:off x="3742375" y="1192461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02" name="Google Shape;402;p48"/>
            <p:cNvSpPr/>
            <p:nvPr/>
          </p:nvSpPr>
          <p:spPr>
            <a:xfrm>
              <a:off x="4017300" y="1192461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03" name="Google Shape;403;p48"/>
            <p:cNvSpPr/>
            <p:nvPr/>
          </p:nvSpPr>
          <p:spPr>
            <a:xfrm>
              <a:off x="4292224" y="1192461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04" name="Google Shape;404;p48"/>
            <p:cNvSpPr/>
            <p:nvPr/>
          </p:nvSpPr>
          <p:spPr>
            <a:xfrm>
              <a:off x="4572654" y="1192461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05" name="Google Shape;405;p48"/>
            <p:cNvSpPr/>
            <p:nvPr/>
          </p:nvSpPr>
          <p:spPr>
            <a:xfrm>
              <a:off x="2087906" y="1476179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06" name="Google Shape;406;p48"/>
            <p:cNvSpPr/>
            <p:nvPr/>
          </p:nvSpPr>
          <p:spPr>
            <a:xfrm>
              <a:off x="2362335" y="1476179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07" name="Google Shape;407;p48"/>
            <p:cNvSpPr/>
            <p:nvPr/>
          </p:nvSpPr>
          <p:spPr>
            <a:xfrm>
              <a:off x="2631726" y="1476179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08" name="Google Shape;408;p48"/>
            <p:cNvSpPr/>
            <p:nvPr/>
          </p:nvSpPr>
          <p:spPr>
            <a:xfrm>
              <a:off x="2906622" y="1476179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09" name="Google Shape;409;p48"/>
            <p:cNvSpPr/>
            <p:nvPr/>
          </p:nvSpPr>
          <p:spPr>
            <a:xfrm>
              <a:off x="3187021" y="1476179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10" name="Google Shape;410;p48"/>
            <p:cNvSpPr/>
            <p:nvPr/>
          </p:nvSpPr>
          <p:spPr>
            <a:xfrm>
              <a:off x="3467451" y="1476179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11" name="Google Shape;411;p48"/>
            <p:cNvSpPr/>
            <p:nvPr/>
          </p:nvSpPr>
          <p:spPr>
            <a:xfrm>
              <a:off x="3742375" y="1476179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12" name="Google Shape;412;p48"/>
            <p:cNvSpPr/>
            <p:nvPr/>
          </p:nvSpPr>
          <p:spPr>
            <a:xfrm>
              <a:off x="4017300" y="1476179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13" name="Google Shape;413;p48"/>
            <p:cNvSpPr/>
            <p:nvPr/>
          </p:nvSpPr>
          <p:spPr>
            <a:xfrm>
              <a:off x="4292224" y="1476179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14" name="Google Shape;414;p48"/>
            <p:cNvSpPr/>
            <p:nvPr/>
          </p:nvSpPr>
          <p:spPr>
            <a:xfrm>
              <a:off x="4572654" y="1476179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15" name="Google Shape;415;p48"/>
            <p:cNvSpPr/>
            <p:nvPr/>
          </p:nvSpPr>
          <p:spPr>
            <a:xfrm>
              <a:off x="2087906" y="1754390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16" name="Google Shape;416;p48"/>
            <p:cNvSpPr/>
            <p:nvPr/>
          </p:nvSpPr>
          <p:spPr>
            <a:xfrm>
              <a:off x="2362335" y="1754390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17" name="Google Shape;417;p48"/>
            <p:cNvSpPr/>
            <p:nvPr/>
          </p:nvSpPr>
          <p:spPr>
            <a:xfrm>
              <a:off x="2631726" y="1754390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18" name="Google Shape;418;p48"/>
            <p:cNvSpPr/>
            <p:nvPr/>
          </p:nvSpPr>
          <p:spPr>
            <a:xfrm>
              <a:off x="2906622" y="1754390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19" name="Google Shape;419;p48"/>
            <p:cNvSpPr/>
            <p:nvPr/>
          </p:nvSpPr>
          <p:spPr>
            <a:xfrm>
              <a:off x="3187021" y="1754390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20" name="Google Shape;420;p48"/>
            <p:cNvSpPr/>
            <p:nvPr/>
          </p:nvSpPr>
          <p:spPr>
            <a:xfrm>
              <a:off x="3467451" y="1754390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21" name="Google Shape;421;p48"/>
            <p:cNvSpPr/>
            <p:nvPr/>
          </p:nvSpPr>
          <p:spPr>
            <a:xfrm>
              <a:off x="3742375" y="1754390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22" name="Google Shape;422;p48"/>
            <p:cNvSpPr/>
            <p:nvPr/>
          </p:nvSpPr>
          <p:spPr>
            <a:xfrm>
              <a:off x="4017300" y="1754390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23" name="Google Shape;423;p48"/>
            <p:cNvSpPr/>
            <p:nvPr/>
          </p:nvSpPr>
          <p:spPr>
            <a:xfrm>
              <a:off x="4292224" y="1754390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24" name="Google Shape;424;p48"/>
            <p:cNvSpPr/>
            <p:nvPr/>
          </p:nvSpPr>
          <p:spPr>
            <a:xfrm>
              <a:off x="4572654" y="1754390"/>
              <a:ext cx="2304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25" name="Google Shape;425;p48"/>
            <p:cNvSpPr/>
            <p:nvPr/>
          </p:nvSpPr>
          <p:spPr>
            <a:xfrm>
              <a:off x="2087906" y="2038108"/>
              <a:ext cx="230400" cy="230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26" name="Google Shape;426;p48"/>
            <p:cNvSpPr/>
            <p:nvPr/>
          </p:nvSpPr>
          <p:spPr>
            <a:xfrm>
              <a:off x="2362335" y="2038108"/>
              <a:ext cx="230400" cy="230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27" name="Google Shape;427;p48"/>
            <p:cNvSpPr/>
            <p:nvPr/>
          </p:nvSpPr>
          <p:spPr>
            <a:xfrm>
              <a:off x="2631726" y="2038108"/>
              <a:ext cx="230400" cy="230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28" name="Google Shape;428;p48"/>
            <p:cNvSpPr/>
            <p:nvPr/>
          </p:nvSpPr>
          <p:spPr>
            <a:xfrm>
              <a:off x="2906622" y="2038108"/>
              <a:ext cx="230400" cy="230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29" name="Google Shape;429;p48"/>
            <p:cNvSpPr/>
            <p:nvPr/>
          </p:nvSpPr>
          <p:spPr>
            <a:xfrm>
              <a:off x="3187021" y="2038108"/>
              <a:ext cx="230400" cy="230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30" name="Google Shape;430;p48"/>
            <p:cNvSpPr/>
            <p:nvPr/>
          </p:nvSpPr>
          <p:spPr>
            <a:xfrm>
              <a:off x="3467451" y="2038108"/>
              <a:ext cx="230400" cy="230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31" name="Google Shape;431;p48"/>
            <p:cNvSpPr/>
            <p:nvPr/>
          </p:nvSpPr>
          <p:spPr>
            <a:xfrm>
              <a:off x="3742375" y="2038108"/>
              <a:ext cx="230400" cy="230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32" name="Google Shape;432;p48"/>
            <p:cNvSpPr/>
            <p:nvPr/>
          </p:nvSpPr>
          <p:spPr>
            <a:xfrm>
              <a:off x="4017300" y="2038108"/>
              <a:ext cx="230400" cy="230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33" name="Google Shape;433;p48"/>
            <p:cNvSpPr/>
            <p:nvPr/>
          </p:nvSpPr>
          <p:spPr>
            <a:xfrm>
              <a:off x="4292224" y="2038108"/>
              <a:ext cx="230400" cy="230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34" name="Google Shape;434;p48"/>
            <p:cNvSpPr/>
            <p:nvPr/>
          </p:nvSpPr>
          <p:spPr>
            <a:xfrm>
              <a:off x="4572654" y="2038108"/>
              <a:ext cx="230400" cy="230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35" name="Google Shape;435;p48"/>
            <p:cNvSpPr/>
            <p:nvPr/>
          </p:nvSpPr>
          <p:spPr>
            <a:xfrm>
              <a:off x="2087906" y="2324227"/>
              <a:ext cx="230400" cy="230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36" name="Google Shape;436;p48"/>
            <p:cNvSpPr/>
            <p:nvPr/>
          </p:nvSpPr>
          <p:spPr>
            <a:xfrm>
              <a:off x="2362335" y="2324227"/>
              <a:ext cx="230400" cy="230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37" name="Google Shape;437;p48"/>
            <p:cNvSpPr/>
            <p:nvPr/>
          </p:nvSpPr>
          <p:spPr>
            <a:xfrm>
              <a:off x="2631726" y="2324227"/>
              <a:ext cx="230400" cy="230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38" name="Google Shape;438;p48"/>
            <p:cNvSpPr/>
            <p:nvPr/>
          </p:nvSpPr>
          <p:spPr>
            <a:xfrm>
              <a:off x="2906622" y="2324227"/>
              <a:ext cx="230400" cy="230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39" name="Google Shape;439;p48"/>
            <p:cNvSpPr/>
            <p:nvPr/>
          </p:nvSpPr>
          <p:spPr>
            <a:xfrm>
              <a:off x="3187021" y="2324227"/>
              <a:ext cx="230400" cy="230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40" name="Google Shape;440;p48"/>
            <p:cNvSpPr/>
            <p:nvPr/>
          </p:nvSpPr>
          <p:spPr>
            <a:xfrm>
              <a:off x="3467451" y="2324227"/>
              <a:ext cx="230400" cy="230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41" name="Google Shape;441;p48"/>
            <p:cNvSpPr/>
            <p:nvPr/>
          </p:nvSpPr>
          <p:spPr>
            <a:xfrm>
              <a:off x="3742375" y="2324227"/>
              <a:ext cx="230400" cy="230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42" name="Google Shape;442;p48"/>
            <p:cNvSpPr/>
            <p:nvPr/>
          </p:nvSpPr>
          <p:spPr>
            <a:xfrm>
              <a:off x="4017300" y="2324227"/>
              <a:ext cx="230400" cy="230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43" name="Google Shape;443;p48"/>
            <p:cNvSpPr/>
            <p:nvPr/>
          </p:nvSpPr>
          <p:spPr>
            <a:xfrm>
              <a:off x="4292224" y="2324227"/>
              <a:ext cx="230400" cy="230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44" name="Google Shape;444;p48"/>
            <p:cNvSpPr/>
            <p:nvPr/>
          </p:nvSpPr>
          <p:spPr>
            <a:xfrm>
              <a:off x="4572654" y="2324227"/>
              <a:ext cx="230400" cy="230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45" name="Google Shape;445;p48"/>
            <p:cNvSpPr/>
            <p:nvPr/>
          </p:nvSpPr>
          <p:spPr>
            <a:xfrm>
              <a:off x="2087906" y="2605192"/>
              <a:ext cx="230400" cy="230400"/>
            </a:xfrm>
            <a:prstGeom prst="rect">
              <a:avLst/>
            </a:prstGeom>
            <a:solidFill>
              <a:srgbClr val="5AFFC7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46" name="Google Shape;446;p48"/>
            <p:cNvSpPr/>
            <p:nvPr/>
          </p:nvSpPr>
          <p:spPr>
            <a:xfrm>
              <a:off x="2362335" y="2605192"/>
              <a:ext cx="230400" cy="230400"/>
            </a:xfrm>
            <a:prstGeom prst="rect">
              <a:avLst/>
            </a:prstGeom>
            <a:solidFill>
              <a:srgbClr val="5AFFC7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47" name="Google Shape;447;p48"/>
            <p:cNvSpPr/>
            <p:nvPr/>
          </p:nvSpPr>
          <p:spPr>
            <a:xfrm>
              <a:off x="2631726" y="2605192"/>
              <a:ext cx="230400" cy="230400"/>
            </a:xfrm>
            <a:prstGeom prst="rect">
              <a:avLst/>
            </a:prstGeom>
            <a:solidFill>
              <a:srgbClr val="5AFFC7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48" name="Google Shape;448;p48"/>
            <p:cNvSpPr/>
            <p:nvPr/>
          </p:nvSpPr>
          <p:spPr>
            <a:xfrm>
              <a:off x="2906622" y="2605192"/>
              <a:ext cx="230400" cy="230400"/>
            </a:xfrm>
            <a:prstGeom prst="rect">
              <a:avLst/>
            </a:prstGeom>
            <a:solidFill>
              <a:srgbClr val="5AFFC7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49" name="Google Shape;449;p48"/>
            <p:cNvSpPr/>
            <p:nvPr/>
          </p:nvSpPr>
          <p:spPr>
            <a:xfrm>
              <a:off x="3187021" y="2605192"/>
              <a:ext cx="230400" cy="230400"/>
            </a:xfrm>
            <a:prstGeom prst="rect">
              <a:avLst/>
            </a:prstGeom>
            <a:solidFill>
              <a:srgbClr val="5AFFC7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50" name="Google Shape;450;p48"/>
            <p:cNvSpPr/>
            <p:nvPr/>
          </p:nvSpPr>
          <p:spPr>
            <a:xfrm>
              <a:off x="3467451" y="2605192"/>
              <a:ext cx="230400" cy="230400"/>
            </a:xfrm>
            <a:prstGeom prst="rect">
              <a:avLst/>
            </a:prstGeom>
            <a:solidFill>
              <a:srgbClr val="5AFFC7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51" name="Google Shape;451;p48"/>
            <p:cNvSpPr/>
            <p:nvPr/>
          </p:nvSpPr>
          <p:spPr>
            <a:xfrm>
              <a:off x="3742375" y="2605192"/>
              <a:ext cx="230400" cy="230400"/>
            </a:xfrm>
            <a:prstGeom prst="rect">
              <a:avLst/>
            </a:prstGeom>
            <a:solidFill>
              <a:srgbClr val="5AFFC7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52" name="Google Shape;452;p48"/>
            <p:cNvSpPr/>
            <p:nvPr/>
          </p:nvSpPr>
          <p:spPr>
            <a:xfrm>
              <a:off x="4017300" y="2605192"/>
              <a:ext cx="230400" cy="230400"/>
            </a:xfrm>
            <a:prstGeom prst="rect">
              <a:avLst/>
            </a:prstGeom>
            <a:solidFill>
              <a:srgbClr val="5AFFC7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53" name="Google Shape;453;p48"/>
            <p:cNvSpPr/>
            <p:nvPr/>
          </p:nvSpPr>
          <p:spPr>
            <a:xfrm>
              <a:off x="4292224" y="2605192"/>
              <a:ext cx="230400" cy="230400"/>
            </a:xfrm>
            <a:prstGeom prst="rect">
              <a:avLst/>
            </a:prstGeom>
            <a:solidFill>
              <a:srgbClr val="5AFFC7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54" name="Google Shape;454;p48"/>
            <p:cNvSpPr/>
            <p:nvPr/>
          </p:nvSpPr>
          <p:spPr>
            <a:xfrm>
              <a:off x="4572654" y="2605192"/>
              <a:ext cx="230400" cy="230400"/>
            </a:xfrm>
            <a:prstGeom prst="rect">
              <a:avLst/>
            </a:prstGeom>
            <a:solidFill>
              <a:srgbClr val="5AFFC7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55" name="Google Shape;455;p48"/>
            <p:cNvSpPr/>
            <p:nvPr/>
          </p:nvSpPr>
          <p:spPr>
            <a:xfrm>
              <a:off x="2087906" y="2885815"/>
              <a:ext cx="230400" cy="230400"/>
            </a:xfrm>
            <a:prstGeom prst="rect">
              <a:avLst/>
            </a:prstGeom>
            <a:solidFill>
              <a:srgbClr val="5AFFC7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56" name="Google Shape;456;p48"/>
            <p:cNvSpPr/>
            <p:nvPr/>
          </p:nvSpPr>
          <p:spPr>
            <a:xfrm>
              <a:off x="2362335" y="2885815"/>
              <a:ext cx="230400" cy="230400"/>
            </a:xfrm>
            <a:prstGeom prst="rect">
              <a:avLst/>
            </a:prstGeom>
            <a:solidFill>
              <a:srgbClr val="5AFFC7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57" name="Google Shape;457;p48"/>
            <p:cNvSpPr/>
            <p:nvPr/>
          </p:nvSpPr>
          <p:spPr>
            <a:xfrm>
              <a:off x="2631726" y="2885815"/>
              <a:ext cx="230400" cy="230400"/>
            </a:xfrm>
            <a:prstGeom prst="rect">
              <a:avLst/>
            </a:prstGeom>
            <a:solidFill>
              <a:srgbClr val="5AFFC7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58" name="Google Shape;458;p48"/>
            <p:cNvSpPr/>
            <p:nvPr/>
          </p:nvSpPr>
          <p:spPr>
            <a:xfrm>
              <a:off x="2906622" y="2885815"/>
              <a:ext cx="230400" cy="230400"/>
            </a:xfrm>
            <a:prstGeom prst="rect">
              <a:avLst/>
            </a:prstGeom>
            <a:solidFill>
              <a:srgbClr val="5AFFC7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59" name="Google Shape;459;p48"/>
            <p:cNvSpPr/>
            <p:nvPr/>
          </p:nvSpPr>
          <p:spPr>
            <a:xfrm>
              <a:off x="3187021" y="2885815"/>
              <a:ext cx="230400" cy="230400"/>
            </a:xfrm>
            <a:prstGeom prst="rect">
              <a:avLst/>
            </a:prstGeom>
            <a:solidFill>
              <a:srgbClr val="5AFFC7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60" name="Google Shape;460;p48"/>
            <p:cNvSpPr/>
            <p:nvPr/>
          </p:nvSpPr>
          <p:spPr>
            <a:xfrm>
              <a:off x="3467451" y="2885815"/>
              <a:ext cx="230400" cy="230400"/>
            </a:xfrm>
            <a:prstGeom prst="rect">
              <a:avLst/>
            </a:prstGeom>
            <a:solidFill>
              <a:srgbClr val="5AFFC7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61" name="Google Shape;461;p48"/>
            <p:cNvSpPr/>
            <p:nvPr/>
          </p:nvSpPr>
          <p:spPr>
            <a:xfrm>
              <a:off x="3742375" y="2885815"/>
              <a:ext cx="230400" cy="230400"/>
            </a:xfrm>
            <a:prstGeom prst="rect">
              <a:avLst/>
            </a:prstGeom>
            <a:solidFill>
              <a:srgbClr val="5AFFC7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62" name="Google Shape;462;p48"/>
            <p:cNvSpPr/>
            <p:nvPr/>
          </p:nvSpPr>
          <p:spPr>
            <a:xfrm>
              <a:off x="4017300" y="2885815"/>
              <a:ext cx="230400" cy="230400"/>
            </a:xfrm>
            <a:prstGeom prst="rect">
              <a:avLst/>
            </a:prstGeom>
            <a:solidFill>
              <a:srgbClr val="5AFFC7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63" name="Google Shape;463;p48"/>
            <p:cNvSpPr/>
            <p:nvPr/>
          </p:nvSpPr>
          <p:spPr>
            <a:xfrm>
              <a:off x="4292224" y="2885815"/>
              <a:ext cx="230400" cy="230400"/>
            </a:xfrm>
            <a:prstGeom prst="rect">
              <a:avLst/>
            </a:prstGeom>
            <a:solidFill>
              <a:srgbClr val="5AFFC7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64" name="Google Shape;464;p48"/>
            <p:cNvSpPr/>
            <p:nvPr/>
          </p:nvSpPr>
          <p:spPr>
            <a:xfrm>
              <a:off x="4572654" y="2885815"/>
              <a:ext cx="230400" cy="230400"/>
            </a:xfrm>
            <a:prstGeom prst="rect">
              <a:avLst/>
            </a:prstGeom>
            <a:solidFill>
              <a:srgbClr val="5AFFC7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65" name="Google Shape;465;p48"/>
            <p:cNvSpPr/>
            <p:nvPr/>
          </p:nvSpPr>
          <p:spPr>
            <a:xfrm>
              <a:off x="2087906" y="3164027"/>
              <a:ext cx="230400" cy="230400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66" name="Google Shape;466;p48"/>
            <p:cNvSpPr/>
            <p:nvPr/>
          </p:nvSpPr>
          <p:spPr>
            <a:xfrm>
              <a:off x="2362335" y="3164027"/>
              <a:ext cx="230400" cy="230400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67" name="Google Shape;467;p48"/>
            <p:cNvSpPr/>
            <p:nvPr/>
          </p:nvSpPr>
          <p:spPr>
            <a:xfrm>
              <a:off x="2631726" y="3164027"/>
              <a:ext cx="230400" cy="230400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68" name="Google Shape;468;p48"/>
            <p:cNvSpPr/>
            <p:nvPr/>
          </p:nvSpPr>
          <p:spPr>
            <a:xfrm>
              <a:off x="2906622" y="3164027"/>
              <a:ext cx="230400" cy="230400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69" name="Google Shape;469;p48"/>
            <p:cNvSpPr/>
            <p:nvPr/>
          </p:nvSpPr>
          <p:spPr>
            <a:xfrm>
              <a:off x="3187021" y="3164027"/>
              <a:ext cx="230400" cy="230400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70" name="Google Shape;470;p48"/>
            <p:cNvSpPr/>
            <p:nvPr/>
          </p:nvSpPr>
          <p:spPr>
            <a:xfrm>
              <a:off x="3467451" y="3164027"/>
              <a:ext cx="230400" cy="230400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71" name="Google Shape;471;p48"/>
            <p:cNvSpPr/>
            <p:nvPr/>
          </p:nvSpPr>
          <p:spPr>
            <a:xfrm>
              <a:off x="3742375" y="3164027"/>
              <a:ext cx="230400" cy="230400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72" name="Google Shape;472;p48"/>
            <p:cNvSpPr/>
            <p:nvPr/>
          </p:nvSpPr>
          <p:spPr>
            <a:xfrm>
              <a:off x="4017300" y="3164027"/>
              <a:ext cx="230400" cy="230400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73" name="Google Shape;473;p48"/>
            <p:cNvSpPr/>
            <p:nvPr/>
          </p:nvSpPr>
          <p:spPr>
            <a:xfrm>
              <a:off x="4292224" y="3164027"/>
              <a:ext cx="230400" cy="230400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74" name="Google Shape;474;p48"/>
            <p:cNvSpPr/>
            <p:nvPr/>
          </p:nvSpPr>
          <p:spPr>
            <a:xfrm>
              <a:off x="4572654" y="3164027"/>
              <a:ext cx="230400" cy="230400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75" name="Google Shape;475;p48"/>
            <p:cNvSpPr/>
            <p:nvPr/>
          </p:nvSpPr>
          <p:spPr>
            <a:xfrm>
              <a:off x="2087906" y="3432859"/>
              <a:ext cx="230400" cy="230400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76" name="Google Shape;476;p48"/>
            <p:cNvSpPr/>
            <p:nvPr/>
          </p:nvSpPr>
          <p:spPr>
            <a:xfrm>
              <a:off x="2362335" y="3432859"/>
              <a:ext cx="230400" cy="230400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77" name="Google Shape;477;p48"/>
            <p:cNvSpPr/>
            <p:nvPr/>
          </p:nvSpPr>
          <p:spPr>
            <a:xfrm>
              <a:off x="2631726" y="3432859"/>
              <a:ext cx="230400" cy="230400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78" name="Google Shape;478;p48"/>
            <p:cNvSpPr/>
            <p:nvPr/>
          </p:nvSpPr>
          <p:spPr>
            <a:xfrm>
              <a:off x="2906622" y="3432859"/>
              <a:ext cx="230400" cy="230400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79" name="Google Shape;479;p48"/>
            <p:cNvSpPr/>
            <p:nvPr/>
          </p:nvSpPr>
          <p:spPr>
            <a:xfrm>
              <a:off x="3187021" y="3432859"/>
              <a:ext cx="230400" cy="230400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80" name="Google Shape;480;p48"/>
            <p:cNvSpPr/>
            <p:nvPr/>
          </p:nvSpPr>
          <p:spPr>
            <a:xfrm>
              <a:off x="3467451" y="3432859"/>
              <a:ext cx="230400" cy="230400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81" name="Google Shape;481;p48"/>
            <p:cNvSpPr/>
            <p:nvPr/>
          </p:nvSpPr>
          <p:spPr>
            <a:xfrm>
              <a:off x="3742375" y="3432859"/>
              <a:ext cx="230400" cy="230400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82" name="Google Shape;482;p48"/>
            <p:cNvSpPr/>
            <p:nvPr/>
          </p:nvSpPr>
          <p:spPr>
            <a:xfrm>
              <a:off x="4017300" y="3432859"/>
              <a:ext cx="230400" cy="230400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83" name="Google Shape;483;p48"/>
            <p:cNvSpPr/>
            <p:nvPr/>
          </p:nvSpPr>
          <p:spPr>
            <a:xfrm>
              <a:off x="4292224" y="3432859"/>
              <a:ext cx="230400" cy="230400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84" name="Google Shape;484;p48"/>
            <p:cNvSpPr/>
            <p:nvPr/>
          </p:nvSpPr>
          <p:spPr>
            <a:xfrm>
              <a:off x="4572654" y="3432859"/>
              <a:ext cx="230400" cy="230400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85" name="Google Shape;485;p48"/>
            <p:cNvSpPr/>
            <p:nvPr/>
          </p:nvSpPr>
          <p:spPr>
            <a:xfrm>
              <a:off x="2087906" y="3702813"/>
              <a:ext cx="230400" cy="230400"/>
            </a:xfrm>
            <a:prstGeom prst="rect">
              <a:avLst/>
            </a:prstGeom>
            <a:solidFill>
              <a:srgbClr val="282929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86" name="Google Shape;486;p48"/>
            <p:cNvSpPr/>
            <p:nvPr/>
          </p:nvSpPr>
          <p:spPr>
            <a:xfrm>
              <a:off x="2362335" y="3702813"/>
              <a:ext cx="230400" cy="230400"/>
            </a:xfrm>
            <a:prstGeom prst="rect">
              <a:avLst/>
            </a:prstGeom>
            <a:solidFill>
              <a:srgbClr val="282929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87" name="Google Shape;487;p48"/>
            <p:cNvSpPr/>
            <p:nvPr/>
          </p:nvSpPr>
          <p:spPr>
            <a:xfrm>
              <a:off x="2631726" y="3702813"/>
              <a:ext cx="230400" cy="230400"/>
            </a:xfrm>
            <a:prstGeom prst="rect">
              <a:avLst/>
            </a:prstGeom>
            <a:solidFill>
              <a:srgbClr val="282929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88" name="Google Shape;488;p48"/>
            <p:cNvSpPr/>
            <p:nvPr/>
          </p:nvSpPr>
          <p:spPr>
            <a:xfrm>
              <a:off x="2906622" y="3702813"/>
              <a:ext cx="230400" cy="230400"/>
            </a:xfrm>
            <a:prstGeom prst="rect">
              <a:avLst/>
            </a:prstGeom>
            <a:solidFill>
              <a:srgbClr val="282929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89" name="Google Shape;489;p48"/>
            <p:cNvSpPr/>
            <p:nvPr/>
          </p:nvSpPr>
          <p:spPr>
            <a:xfrm>
              <a:off x="3187021" y="3702813"/>
              <a:ext cx="230400" cy="230400"/>
            </a:xfrm>
            <a:prstGeom prst="rect">
              <a:avLst/>
            </a:prstGeom>
            <a:solidFill>
              <a:srgbClr val="282929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90" name="Google Shape;490;p48"/>
            <p:cNvSpPr/>
            <p:nvPr/>
          </p:nvSpPr>
          <p:spPr>
            <a:xfrm>
              <a:off x="3467451" y="3702813"/>
              <a:ext cx="230400" cy="230400"/>
            </a:xfrm>
            <a:prstGeom prst="rect">
              <a:avLst/>
            </a:prstGeom>
            <a:solidFill>
              <a:srgbClr val="282929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91" name="Google Shape;491;p48"/>
            <p:cNvSpPr/>
            <p:nvPr/>
          </p:nvSpPr>
          <p:spPr>
            <a:xfrm>
              <a:off x="3742375" y="3702813"/>
              <a:ext cx="230400" cy="230400"/>
            </a:xfrm>
            <a:prstGeom prst="rect">
              <a:avLst/>
            </a:prstGeom>
            <a:solidFill>
              <a:srgbClr val="282929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92" name="Google Shape;492;p48"/>
            <p:cNvSpPr/>
            <p:nvPr/>
          </p:nvSpPr>
          <p:spPr>
            <a:xfrm>
              <a:off x="4017300" y="3702813"/>
              <a:ext cx="230400" cy="230400"/>
            </a:xfrm>
            <a:prstGeom prst="rect">
              <a:avLst/>
            </a:prstGeom>
            <a:solidFill>
              <a:srgbClr val="282929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93" name="Google Shape;493;p48"/>
            <p:cNvSpPr/>
            <p:nvPr/>
          </p:nvSpPr>
          <p:spPr>
            <a:xfrm>
              <a:off x="4292224" y="3702813"/>
              <a:ext cx="230400" cy="230400"/>
            </a:xfrm>
            <a:prstGeom prst="rect">
              <a:avLst/>
            </a:prstGeom>
            <a:solidFill>
              <a:srgbClr val="282929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94" name="Google Shape;494;p48"/>
            <p:cNvSpPr/>
            <p:nvPr/>
          </p:nvSpPr>
          <p:spPr>
            <a:xfrm>
              <a:off x="4572654" y="3702813"/>
              <a:ext cx="230400" cy="230400"/>
            </a:xfrm>
            <a:prstGeom prst="rect">
              <a:avLst/>
            </a:prstGeom>
            <a:solidFill>
              <a:srgbClr val="282929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4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95" name="Google Shape;495;p48"/>
            <p:cNvSpPr/>
            <p:nvPr/>
          </p:nvSpPr>
          <p:spPr>
            <a:xfrm>
              <a:off x="5001357" y="3386826"/>
              <a:ext cx="487500" cy="230400"/>
            </a:xfrm>
            <a:prstGeom prst="rect">
              <a:avLst/>
            </a:prstGeom>
            <a:solidFill>
              <a:srgbClr val="282929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92" b="1">
                  <a:solidFill>
                    <a:srgbClr val="FFFFFF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10%</a:t>
              </a:r>
              <a:endParaRPr sz="1992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96" name="Google Shape;496;p48"/>
            <p:cNvSpPr txBox="1"/>
            <p:nvPr/>
          </p:nvSpPr>
          <p:spPr>
            <a:xfrm>
              <a:off x="4918905" y="1324289"/>
              <a:ext cx="2137200" cy="40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0150" tIns="140150" rIns="140150" bIns="14015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927"/>
                <a:buNone/>
              </a:pPr>
              <a:r>
                <a:rPr lang="en" sz="1425">
                  <a:latin typeface="Afacad Flux"/>
                  <a:ea typeface="Afacad Flux"/>
                  <a:cs typeface="Afacad Flux"/>
                  <a:sym typeface="Afacad Flux"/>
                </a:rPr>
                <a:t>of our orders are generated by </a:t>
              </a:r>
              <a:r>
                <a:rPr lang="en" sz="1425">
                  <a:latin typeface="Afacad Flux SemiBold"/>
                  <a:ea typeface="Afacad Flux SemiBold"/>
                  <a:cs typeface="Afacad Flux SemiBold"/>
                  <a:sym typeface="Afacad Flux SemiBold"/>
                </a:rPr>
                <a:t>East Region</a:t>
              </a:r>
              <a:r>
                <a:rPr lang="en" sz="1425">
                  <a:latin typeface="Afacad Flux"/>
                  <a:ea typeface="Afacad Flux"/>
                  <a:cs typeface="Afacad Flux"/>
                  <a:sym typeface="Afacad Flux"/>
                </a:rPr>
                <a:t>.</a:t>
              </a:r>
              <a:endParaRPr sz="142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97" name="Google Shape;497;p48"/>
            <p:cNvSpPr txBox="1"/>
            <p:nvPr/>
          </p:nvSpPr>
          <p:spPr>
            <a:xfrm>
              <a:off x="4918905" y="1863555"/>
              <a:ext cx="2137200" cy="40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0150" tIns="140150" rIns="140150" bIns="14015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927"/>
                <a:buNone/>
              </a:pPr>
              <a:r>
                <a:rPr lang="en" sz="1425">
                  <a:latin typeface="Afacad Flux"/>
                  <a:ea typeface="Afacad Flux"/>
                  <a:cs typeface="Afacad Flux"/>
                  <a:sym typeface="Afacad Flux"/>
                </a:rPr>
                <a:t>of our orders are generated by </a:t>
              </a:r>
              <a:r>
                <a:rPr lang="en" sz="1425">
                  <a:latin typeface="Afacad Flux SemiBold"/>
                  <a:ea typeface="Afacad Flux SemiBold"/>
                  <a:cs typeface="Afacad Flux SemiBold"/>
                  <a:sym typeface="Afacad Flux SemiBold"/>
                </a:rPr>
                <a:t>South Region.</a:t>
              </a:r>
              <a:endParaRPr sz="142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98" name="Google Shape;498;p48"/>
            <p:cNvSpPr txBox="1"/>
            <p:nvPr/>
          </p:nvSpPr>
          <p:spPr>
            <a:xfrm>
              <a:off x="4918905" y="3515607"/>
              <a:ext cx="2137200" cy="4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0150" tIns="140150" rIns="140150" bIns="14015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927"/>
                <a:buNone/>
              </a:pPr>
              <a:r>
                <a:rPr lang="en" sz="1425">
                  <a:latin typeface="Afacad Flux"/>
                  <a:ea typeface="Afacad Flux"/>
                  <a:cs typeface="Afacad Flux"/>
                  <a:sym typeface="Afacad Flux"/>
                </a:rPr>
                <a:t>of our orders are generated by </a:t>
              </a:r>
              <a:r>
                <a:rPr lang="en" sz="1425">
                  <a:latin typeface="Afacad Flux SemiBold"/>
                  <a:ea typeface="Afacad Flux SemiBold"/>
                  <a:cs typeface="Afacad Flux SemiBold"/>
                  <a:sym typeface="Afacad Flux SemiBold"/>
                </a:rPr>
                <a:t>West Region.</a:t>
              </a:r>
              <a:endParaRPr sz="1425" b="1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499" name="Google Shape;499;p48"/>
            <p:cNvSpPr/>
            <p:nvPr/>
          </p:nvSpPr>
          <p:spPr>
            <a:xfrm>
              <a:off x="5006080" y="1730488"/>
              <a:ext cx="487500" cy="230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92" b="1">
                  <a:solidFill>
                    <a:srgbClr val="FFFFFF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20%</a:t>
              </a:r>
              <a:endParaRPr sz="1992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500" name="Google Shape;500;p48"/>
            <p:cNvSpPr/>
            <p:nvPr/>
          </p:nvSpPr>
          <p:spPr>
            <a:xfrm>
              <a:off x="5006088" y="1192462"/>
              <a:ext cx="487500" cy="230400"/>
            </a:xfrm>
            <a:prstGeom prst="rect">
              <a:avLst/>
            </a:prstGeom>
            <a:solidFill>
              <a:srgbClr val="873CFE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92" b="1">
                  <a:solidFill>
                    <a:srgbClr val="FEFEFE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30%</a:t>
              </a:r>
              <a:endParaRPr sz="1992">
                <a:solidFill>
                  <a:srgbClr val="FEFEFE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</p:grpSp>
      <p:sp>
        <p:nvSpPr>
          <p:cNvPr id="507" name="Google Shape;507;p48"/>
          <p:cNvSpPr/>
          <p:nvPr/>
        </p:nvSpPr>
        <p:spPr>
          <a:xfrm>
            <a:off x="5343623" y="2353244"/>
            <a:ext cx="747300" cy="353100"/>
          </a:xfrm>
          <a:prstGeom prst="rect">
            <a:avLst/>
          </a:prstGeom>
          <a:solidFill>
            <a:srgbClr val="5AFFC7"/>
          </a:solidFill>
          <a:ln>
            <a:noFill/>
          </a:ln>
        </p:spPr>
        <p:txBody>
          <a:bodyPr spcFirstLastPara="1" wrap="square" lIns="140150" tIns="140150" rIns="140150" bIns="140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92" b="1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20%</a:t>
            </a:r>
            <a:endParaRPr sz="1992">
              <a:solidFill>
                <a:srgbClr val="FFFFFF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508" name="Google Shape;508;p48"/>
          <p:cNvSpPr txBox="1"/>
          <p:nvPr/>
        </p:nvSpPr>
        <p:spPr>
          <a:xfrm>
            <a:off x="5225875" y="2571750"/>
            <a:ext cx="32673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0150" tIns="140150" rIns="140150" bIns="14015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27"/>
              <a:buNone/>
            </a:pPr>
            <a:r>
              <a:rPr lang="en" sz="1425">
                <a:latin typeface="Afacad Flux"/>
                <a:ea typeface="Afacad Flux"/>
                <a:cs typeface="Afacad Flux"/>
                <a:sym typeface="Afacad Flux"/>
              </a:rPr>
              <a:t>of our orders are generated by </a:t>
            </a:r>
            <a:r>
              <a:rPr lang="en" sz="1425">
                <a:latin typeface="Afacad Flux SemiBold"/>
                <a:ea typeface="Afacad Flux SemiBold"/>
                <a:cs typeface="Afacad Flux SemiBold"/>
                <a:sym typeface="Afacad Flux SemiBold"/>
              </a:rPr>
              <a:t>Central Region.</a:t>
            </a:r>
            <a:endParaRPr sz="1425">
              <a:latin typeface="Afacad Flux"/>
              <a:ea typeface="Afacad Flux"/>
              <a:cs typeface="Afacad Flux"/>
              <a:sym typeface="Afacad Flux"/>
            </a:endParaRPr>
          </a:p>
        </p:txBody>
      </p:sp>
      <p:grpSp>
        <p:nvGrpSpPr>
          <p:cNvPr id="509" name="Google Shape;509;p48"/>
          <p:cNvGrpSpPr/>
          <p:nvPr/>
        </p:nvGrpSpPr>
        <p:grpSpPr>
          <a:xfrm>
            <a:off x="5225875" y="3194246"/>
            <a:ext cx="3275900" cy="825852"/>
            <a:chOff x="4847059" y="2624995"/>
            <a:chExt cx="2137200" cy="538787"/>
          </a:xfrm>
        </p:grpSpPr>
        <p:sp>
          <p:nvSpPr>
            <p:cNvPr id="510" name="Google Shape;510;p48"/>
            <p:cNvSpPr txBox="1"/>
            <p:nvPr/>
          </p:nvSpPr>
          <p:spPr>
            <a:xfrm>
              <a:off x="4847059" y="2757582"/>
              <a:ext cx="2137200" cy="40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0150" tIns="140150" rIns="140150" bIns="14015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927"/>
                <a:buNone/>
              </a:pPr>
              <a:r>
                <a:rPr lang="en" sz="1425">
                  <a:latin typeface="Afacad Flux"/>
                  <a:ea typeface="Afacad Flux"/>
                  <a:cs typeface="Afacad Flux"/>
                  <a:sym typeface="Afacad Flux"/>
                </a:rPr>
                <a:t>of our orders are generated by </a:t>
              </a:r>
              <a:r>
                <a:rPr lang="en" sz="1425">
                  <a:latin typeface="Afacad Flux SemiBold"/>
                  <a:ea typeface="Afacad Flux SemiBold"/>
                  <a:cs typeface="Afacad Flux SemiBold"/>
                  <a:sym typeface="Afacad Flux SemiBold"/>
                </a:rPr>
                <a:t>North Region</a:t>
              </a:r>
              <a:r>
                <a:rPr lang="en" sz="1425">
                  <a:latin typeface="Afacad Flux"/>
                  <a:ea typeface="Afacad Flux"/>
                  <a:cs typeface="Afacad Flux"/>
                  <a:sym typeface="Afacad Flux"/>
                </a:rPr>
                <a:t>.</a:t>
              </a:r>
              <a:endParaRPr sz="1425"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511" name="Google Shape;511;p48"/>
            <p:cNvSpPr/>
            <p:nvPr/>
          </p:nvSpPr>
          <p:spPr>
            <a:xfrm>
              <a:off x="4901949" y="2624995"/>
              <a:ext cx="487500" cy="230400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txBody>
            <a:bodyPr spcFirstLastPara="1" wrap="square" lIns="140150" tIns="140150" rIns="140150" bIns="14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92" b="1">
                  <a:solidFill>
                    <a:srgbClr val="FEFEFE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20%</a:t>
              </a:r>
              <a:endParaRPr sz="1992">
                <a:solidFill>
                  <a:srgbClr val="FEFEFE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9"/>
          <p:cNvSpPr txBox="1">
            <a:spLocks noGrp="1"/>
          </p:cNvSpPr>
          <p:nvPr>
            <p:ph type="title"/>
          </p:nvPr>
        </p:nvSpPr>
        <p:spPr>
          <a:xfrm>
            <a:off x="385650" y="2087700"/>
            <a:ext cx="8372700" cy="9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THANK YOU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7" name="Google Shape;517;p49"/>
          <p:cNvSpPr txBox="1">
            <a:spLocks noGrp="1"/>
          </p:cNvSpPr>
          <p:nvPr>
            <p:ph type="sldNum" idx="12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518" name="Google Shape;518;p49"/>
          <p:cNvSpPr txBox="1"/>
          <p:nvPr/>
        </p:nvSpPr>
        <p:spPr>
          <a:xfrm>
            <a:off x="3367050" y="40226"/>
            <a:ext cx="240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Ecommerce Website</a:t>
            </a:r>
            <a:endParaRPr sz="1600" b="1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9" name="Google Shape;519;p49"/>
          <p:cNvSpPr txBox="1">
            <a:spLocks noGrp="1"/>
          </p:cNvSpPr>
          <p:nvPr>
            <p:ph type="title"/>
          </p:nvPr>
        </p:nvSpPr>
        <p:spPr>
          <a:xfrm>
            <a:off x="1327800" y="1332400"/>
            <a:ext cx="6488400" cy="51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Presented By:</a:t>
            </a:r>
            <a:r>
              <a:rPr lang="en"/>
              <a:t> </a:t>
            </a:r>
            <a:r>
              <a:rPr lang="en" sz="3000">
                <a:solidFill>
                  <a:schemeClr val="dk1"/>
                </a:solidFill>
              </a:rPr>
              <a:t>Roshan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 sz="3000">
                <a:solidFill>
                  <a:schemeClr val="dk1"/>
                </a:solidFill>
              </a:rPr>
              <a:t>S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 sz="3000">
                <a:solidFill>
                  <a:schemeClr val="dk1"/>
                </a:solidFill>
              </a:rPr>
              <a:t>Bisne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any Overview Presentation">
  <a:themeElements>
    <a:clrScheme name="Simple Light">
      <a:dk1>
        <a:srgbClr val="121212"/>
      </a:dk1>
      <a:lt1>
        <a:srgbClr val="FDF9E9"/>
      </a:lt1>
      <a:dk2>
        <a:srgbClr val="8C63A0"/>
      </a:dk2>
      <a:lt2>
        <a:srgbClr val="AA601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2121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552</Words>
  <Application>Microsoft Office PowerPoint</Application>
  <PresentationFormat>On-screen Show (16:9)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IBM Plex Serif SemiBold</vt:lpstr>
      <vt:lpstr>Archivo SemiBold</vt:lpstr>
      <vt:lpstr>Archivo</vt:lpstr>
      <vt:lpstr>Bricolage Grotesque</vt:lpstr>
      <vt:lpstr>Afacad Flux SemiBold</vt:lpstr>
      <vt:lpstr>Afacad Flux</vt:lpstr>
      <vt:lpstr>IBM Plex Serif</vt:lpstr>
      <vt:lpstr>Arsenal</vt:lpstr>
      <vt:lpstr>Archivo Medium</vt:lpstr>
      <vt:lpstr>IBM Plex Serif Medium</vt:lpstr>
      <vt:lpstr>Arial</vt:lpstr>
      <vt:lpstr>Company Overview Presentation</vt:lpstr>
      <vt:lpstr>Sales Analysis Report</vt:lpstr>
      <vt:lpstr>PowerPoint Presentation</vt:lpstr>
      <vt:lpstr>Regional Analysis</vt:lpstr>
      <vt:lpstr>Regional Sales</vt:lpstr>
      <vt:lpstr>Category Analysis</vt:lpstr>
      <vt:lpstr>Category By Region</vt:lpstr>
      <vt:lpstr>Product Analysis</vt:lpstr>
      <vt:lpstr>Profit Analysis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Analysis Report</dc:title>
  <dc:creator>ASUS</dc:creator>
  <cp:lastModifiedBy>Roshan Bisne</cp:lastModifiedBy>
  <cp:revision>1</cp:revision>
  <dcterms:modified xsi:type="dcterms:W3CDTF">2026-01-20T09:28:42Z</dcterms:modified>
</cp:coreProperties>
</file>